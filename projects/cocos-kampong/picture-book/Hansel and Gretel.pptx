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634" r:id="rId2"/>
    <p:sldId id="755" r:id="rId3"/>
    <p:sldId id="682" r:id="rId4"/>
    <p:sldId id="750" r:id="rId5"/>
    <p:sldId id="756" r:id="rId6"/>
    <p:sldId id="751" r:id="rId7"/>
    <p:sldId id="752" r:id="rId8"/>
    <p:sldId id="757" r:id="rId9"/>
    <p:sldId id="758" r:id="rId10"/>
    <p:sldId id="753" r:id="rId11"/>
    <p:sldId id="759" r:id="rId12"/>
    <p:sldId id="75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80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E1405E-AC55-2048-A56D-960D8C492BB0}" v="1" dt="2026-05-13T08:27:11.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p:restoredTop sz="96208"/>
  </p:normalViewPr>
  <p:slideViewPr>
    <p:cSldViewPr snapToGrid="0" snapToObjects="1">
      <p:cViewPr varScale="1">
        <p:scale>
          <a:sx n="118" d="100"/>
          <a:sy n="118" d="100"/>
        </p:scale>
        <p:origin x="4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423D3-F5C4-444B-864B-003279425C42}" type="datetimeFigureOut">
              <a:rPr lang="en-GB" smtClean="0"/>
              <a:t>13/05/2026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70357F-9C9F-6545-89E9-C3437FEED050}" type="slidenum">
              <a:rPr lang="en-GB" smtClean="0"/>
              <a:t>‹#›</a:t>
            </a:fld>
            <a:endParaRPr lang="en-GB"/>
          </a:p>
        </p:txBody>
      </p:sp>
    </p:spTree>
    <p:extLst>
      <p:ext uri="{BB962C8B-B14F-4D97-AF65-F5344CB8AC3E}">
        <p14:creationId xmlns:p14="http://schemas.microsoft.com/office/powerpoint/2010/main" val="1249235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3D6D51-16AE-454A-A291-821C8ADB9C10}" type="slidenum">
              <a:rPr lang="en-GB" smtClean="0"/>
              <a:t>1</a:t>
            </a:fld>
            <a:endParaRPr lang="en-GB"/>
          </a:p>
        </p:txBody>
      </p:sp>
    </p:spTree>
    <p:extLst>
      <p:ext uri="{BB962C8B-B14F-4D97-AF65-F5344CB8AC3E}">
        <p14:creationId xmlns:p14="http://schemas.microsoft.com/office/powerpoint/2010/main" val="452826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831A6-F758-1C4B-BF42-661E2442A49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99A9087-25AE-0E47-8F48-7DD3314C5E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2248194-D0A9-DC47-BDC4-31FA2C5B7F00}"/>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5" name="Footer Placeholder 4">
            <a:extLst>
              <a:ext uri="{FF2B5EF4-FFF2-40B4-BE49-F238E27FC236}">
                <a16:creationId xmlns:a16="http://schemas.microsoft.com/office/drawing/2014/main" id="{89D4647B-D6C4-F243-AAAA-BED300FB6D1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F209C3-44DB-E64F-9F89-A5C86C0DCEA3}"/>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354622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67D50-C3F3-CF4D-AFB1-BF3ECB4BE12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23FF73F-DF1E-6646-B211-D1E1CF97B4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FAD583-9A71-2C41-884F-E7E03E743259}"/>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5" name="Footer Placeholder 4">
            <a:extLst>
              <a:ext uri="{FF2B5EF4-FFF2-40B4-BE49-F238E27FC236}">
                <a16:creationId xmlns:a16="http://schemas.microsoft.com/office/drawing/2014/main" id="{612D7ADF-A215-D24B-84E4-7DD1BA34F4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6AB179-119C-2545-A7EC-46D75523A65C}"/>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173185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18AEF-8D20-CD40-9448-D38BDB1E19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5E3FF85-A2E2-924C-9C22-0ED012C31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C2476D2-8DAE-3F4A-88EF-879D526372D0}"/>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5" name="Footer Placeholder 4">
            <a:extLst>
              <a:ext uri="{FF2B5EF4-FFF2-40B4-BE49-F238E27FC236}">
                <a16:creationId xmlns:a16="http://schemas.microsoft.com/office/drawing/2014/main" id="{A78DA91F-F009-8E4B-A956-BAAF0F4C4A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F8FB72-0596-2B48-BDA4-F61016C8AF0E}"/>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4012983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BDB10-4523-2049-A134-2AC1FC8AF1C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3E68090-6CE6-5047-B548-A2A326F5B58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25797D90-FDBB-9E4F-B49A-4948BA2546A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57B1A92-9244-024E-B4F8-AD776FD294A9}"/>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6" name="Footer Placeholder 5">
            <a:extLst>
              <a:ext uri="{FF2B5EF4-FFF2-40B4-BE49-F238E27FC236}">
                <a16:creationId xmlns:a16="http://schemas.microsoft.com/office/drawing/2014/main" id="{B01AD2C0-8F94-9243-94B2-96C3A097B5E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365728-53B8-8446-ABBF-9A602D8053A0}"/>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3251626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4945-C843-7440-8EE0-2F87C84BC0E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30CE917-6342-664D-B080-2B5D561881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0CC5311-7E63-6346-B7EA-2955DCFE016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A12022D-F2B8-3E4F-AD8D-BF366DBEF6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9EC51C-843D-6849-8637-3EF453DCD23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9B815D7-1267-6F4F-B2F8-627512649E42}"/>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8" name="Footer Placeholder 7">
            <a:extLst>
              <a:ext uri="{FF2B5EF4-FFF2-40B4-BE49-F238E27FC236}">
                <a16:creationId xmlns:a16="http://schemas.microsoft.com/office/drawing/2014/main" id="{3DBA2402-E2D7-BC44-906C-9F1133004C7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FA452B5-4438-374D-802C-068BE70BB8CA}"/>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1909363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428B3-19BE-3E4C-8A47-399A3130FE52}"/>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E67D8DE-DF7F-924C-A820-3612E9F0CF4D}"/>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4" name="Footer Placeholder 3">
            <a:extLst>
              <a:ext uri="{FF2B5EF4-FFF2-40B4-BE49-F238E27FC236}">
                <a16:creationId xmlns:a16="http://schemas.microsoft.com/office/drawing/2014/main" id="{6542EE0A-5652-AF41-BE0A-27264E4D3A6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9A2BBC1-B52C-B643-8AA1-C24861303E65}"/>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3164682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0F29FF-EDC1-2747-995E-590CE2E73F61}"/>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3" name="Footer Placeholder 2">
            <a:extLst>
              <a:ext uri="{FF2B5EF4-FFF2-40B4-BE49-F238E27FC236}">
                <a16:creationId xmlns:a16="http://schemas.microsoft.com/office/drawing/2014/main" id="{B5208BBA-9AFD-624D-BBA7-6EEADB46097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D7472EA-3EF5-9243-8B6C-32E5261D8129}"/>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1402468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8CBD5-3E29-BE45-B4E4-A651770458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EE79780-5FC0-774D-AEF1-1FD910F36E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865604F-0EE2-2746-AA40-AD6B1AB93D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5BD5BB-B2E0-1348-9207-EBC789B39BB2}"/>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6" name="Footer Placeholder 5">
            <a:extLst>
              <a:ext uri="{FF2B5EF4-FFF2-40B4-BE49-F238E27FC236}">
                <a16:creationId xmlns:a16="http://schemas.microsoft.com/office/drawing/2014/main" id="{722D2073-B150-E44D-B711-2777A12169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82C5FA9-C4A0-B94A-8ABB-486E107EFCA4}"/>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1261073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C443-B95A-F543-923E-0DF5AC1740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5933A0EF-D0E9-AE49-9BAD-7008DEEB4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0F04E14-0F5B-8F45-B714-F0A0228F2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92EFD8-A9E6-DC49-BB81-6EFA4492AEE7}"/>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6" name="Footer Placeholder 5">
            <a:extLst>
              <a:ext uri="{FF2B5EF4-FFF2-40B4-BE49-F238E27FC236}">
                <a16:creationId xmlns:a16="http://schemas.microsoft.com/office/drawing/2014/main" id="{CB9E8BE7-7D2A-8044-A828-B5CB982220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F3FCD8-7B20-F740-AF3B-B5C2728EDC67}"/>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2672893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E2099-2B19-B943-B910-8BD6EFE69C3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2060127-7CDD-3143-866C-F914F240683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4EA0F1-0D37-5E4E-9ABE-409098C8097D}"/>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5" name="Footer Placeholder 4">
            <a:extLst>
              <a:ext uri="{FF2B5EF4-FFF2-40B4-BE49-F238E27FC236}">
                <a16:creationId xmlns:a16="http://schemas.microsoft.com/office/drawing/2014/main" id="{8234555F-B83A-4243-A1A6-A8561C74B4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EC012F-4B86-1348-A7AC-9F0584B35522}"/>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682493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6E4153-E0D1-6548-AC99-D140F0B64E8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43DE2C-91DF-9D43-AA0D-8BCEA676DB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5A0B2A6-9932-7C43-997D-322752AAFE6D}"/>
              </a:ext>
            </a:extLst>
          </p:cNvPr>
          <p:cNvSpPr>
            <a:spLocks noGrp="1"/>
          </p:cNvSpPr>
          <p:nvPr>
            <p:ph type="dt" sz="half" idx="10"/>
          </p:nvPr>
        </p:nvSpPr>
        <p:spPr/>
        <p:txBody>
          <a:bodyPr/>
          <a:lstStyle/>
          <a:p>
            <a:fld id="{035EF134-008B-4D40-A410-D9DE7DE5D0BF}" type="datetimeFigureOut">
              <a:rPr lang="en-GB" smtClean="0"/>
              <a:t>13/05/2026</a:t>
            </a:fld>
            <a:endParaRPr lang="en-GB"/>
          </a:p>
        </p:txBody>
      </p:sp>
      <p:sp>
        <p:nvSpPr>
          <p:cNvPr id="5" name="Footer Placeholder 4">
            <a:extLst>
              <a:ext uri="{FF2B5EF4-FFF2-40B4-BE49-F238E27FC236}">
                <a16:creationId xmlns:a16="http://schemas.microsoft.com/office/drawing/2014/main" id="{E4D231B3-0FF3-8A49-A8B0-2AD48AC38D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03B833-F507-9E4E-AA2F-3D07A44D5D2E}"/>
              </a:ext>
            </a:extLst>
          </p:cNvPr>
          <p:cNvSpPr>
            <a:spLocks noGrp="1"/>
          </p:cNvSpPr>
          <p:nvPr>
            <p:ph type="sldNum" sz="quarter" idx="12"/>
          </p:nvPr>
        </p:nvSpPr>
        <p:spPr/>
        <p:txBody>
          <a:bodyPr/>
          <a:lstStyle/>
          <a:p>
            <a:fld id="{59EECBA7-5515-4242-A6CD-D19F1C7AC918}" type="slidenum">
              <a:rPr lang="en-GB" smtClean="0"/>
              <a:t>‹#›</a:t>
            </a:fld>
            <a:endParaRPr lang="en-GB"/>
          </a:p>
        </p:txBody>
      </p:sp>
    </p:spTree>
    <p:extLst>
      <p:ext uri="{BB962C8B-B14F-4D97-AF65-F5344CB8AC3E}">
        <p14:creationId xmlns:p14="http://schemas.microsoft.com/office/powerpoint/2010/main" val="3009855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61C4E7-C67B-504B-B65F-C3B748BFCB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E715410-53A4-CA48-BF90-6553879E5F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0003448-B959-9242-A8DB-ADC657C6E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5EF134-008B-4D40-A410-D9DE7DE5D0BF}" type="datetimeFigureOut">
              <a:rPr lang="en-GB" smtClean="0"/>
              <a:t>13/05/2026</a:t>
            </a:fld>
            <a:endParaRPr lang="en-GB"/>
          </a:p>
        </p:txBody>
      </p:sp>
      <p:sp>
        <p:nvSpPr>
          <p:cNvPr id="5" name="Footer Placeholder 4">
            <a:extLst>
              <a:ext uri="{FF2B5EF4-FFF2-40B4-BE49-F238E27FC236}">
                <a16:creationId xmlns:a16="http://schemas.microsoft.com/office/drawing/2014/main" id="{808A840D-D897-2E43-9939-DA3BAC153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2FEC62D-C6E8-B44B-BA6E-49F7A2A2B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EECBA7-5515-4242-A6CD-D19F1C7AC918}" type="slidenum">
              <a:rPr lang="en-GB" smtClean="0"/>
              <a:t>‹#›</a:t>
            </a:fld>
            <a:endParaRPr lang="en-GB"/>
          </a:p>
        </p:txBody>
      </p:sp>
    </p:spTree>
    <p:extLst>
      <p:ext uri="{BB962C8B-B14F-4D97-AF65-F5344CB8AC3E}">
        <p14:creationId xmlns:p14="http://schemas.microsoft.com/office/powerpoint/2010/main" val="1668663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F231B9-48E6-7D42-B766-B7D9DBA31058}"/>
              </a:ext>
            </a:extLst>
          </p:cNvPr>
          <p:cNvSpPr txBox="1"/>
          <p:nvPr/>
        </p:nvSpPr>
        <p:spPr>
          <a:xfrm>
            <a:off x="4413587" y="2812964"/>
            <a:ext cx="6604210" cy="1169551"/>
          </a:xfrm>
          <a:prstGeom prst="rect">
            <a:avLst/>
          </a:prstGeom>
          <a:noFill/>
        </p:spPr>
        <p:txBody>
          <a:bodyPr wrap="square" rtlCol="0">
            <a:spAutoFit/>
          </a:bodyPr>
          <a:lstStyle/>
          <a:p>
            <a:r>
              <a:rPr lang="en-US" sz="7000" dirty="0">
                <a:solidFill>
                  <a:schemeClr val="bg1"/>
                </a:solidFill>
                <a:latin typeface="Londrina Solid" panose="02000506000000020003" pitchFamily="2" charset="0"/>
              </a:rPr>
              <a:t>Hansel and Gretel</a:t>
            </a:r>
          </a:p>
        </p:txBody>
      </p:sp>
      <p:pic>
        <p:nvPicPr>
          <p:cNvPr id="3" name="Picture 2">
            <a:extLst>
              <a:ext uri="{FF2B5EF4-FFF2-40B4-BE49-F238E27FC236}">
                <a16:creationId xmlns:a16="http://schemas.microsoft.com/office/drawing/2014/main" id="{A6EA2753-562A-B442-AE8F-A69E76F6940B}"/>
              </a:ext>
            </a:extLst>
          </p:cNvPr>
          <p:cNvPicPr>
            <a:picLocks noChangeAspect="1"/>
          </p:cNvPicPr>
          <p:nvPr/>
        </p:nvPicPr>
        <p:blipFill>
          <a:blip r:embed="rId3"/>
          <a:stretch>
            <a:fillRect/>
          </a:stretch>
        </p:blipFill>
        <p:spPr>
          <a:xfrm>
            <a:off x="1697035" y="2305616"/>
            <a:ext cx="2544312" cy="2419184"/>
          </a:xfrm>
          <a:prstGeom prst="rect">
            <a:avLst/>
          </a:prstGeom>
        </p:spPr>
      </p:pic>
    </p:spTree>
    <p:extLst>
      <p:ext uri="{BB962C8B-B14F-4D97-AF65-F5344CB8AC3E}">
        <p14:creationId xmlns:p14="http://schemas.microsoft.com/office/powerpoint/2010/main" val="3531138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8D0E25-E596-934D-893F-F09C6C195CC3}"/>
              </a:ext>
            </a:extLst>
          </p:cNvPr>
          <p:cNvSpPr txBox="1"/>
          <p:nvPr/>
        </p:nvSpPr>
        <p:spPr>
          <a:xfrm>
            <a:off x="2767414" y="5641096"/>
            <a:ext cx="1045479" cy="369332"/>
          </a:xfrm>
          <a:prstGeom prst="rect">
            <a:avLst/>
          </a:prstGeom>
          <a:noFill/>
        </p:spPr>
        <p:txBody>
          <a:bodyPr wrap="none" rtlCol="0">
            <a:spAutoFit/>
          </a:bodyPr>
          <a:lstStyle/>
          <a:p>
            <a:r>
              <a:rPr lang="en-US" b="1" dirty="0">
                <a:solidFill>
                  <a:srgbClr val="00B050"/>
                </a:solidFill>
                <a:latin typeface="Mali" pitchFamily="2" charset="-34"/>
                <a:cs typeface="Mali" pitchFamily="2" charset="-34"/>
              </a:rPr>
              <a:t>Hansel </a:t>
            </a:r>
          </a:p>
        </p:txBody>
      </p:sp>
      <p:sp>
        <p:nvSpPr>
          <p:cNvPr id="11" name="TextBox 10">
            <a:extLst>
              <a:ext uri="{FF2B5EF4-FFF2-40B4-BE49-F238E27FC236}">
                <a16:creationId xmlns:a16="http://schemas.microsoft.com/office/drawing/2014/main" id="{4691399C-C814-2C43-AF18-34E905AC2A9A}"/>
              </a:ext>
            </a:extLst>
          </p:cNvPr>
          <p:cNvSpPr txBox="1"/>
          <p:nvPr/>
        </p:nvSpPr>
        <p:spPr>
          <a:xfrm>
            <a:off x="5299660" y="5641096"/>
            <a:ext cx="1569292" cy="369332"/>
          </a:xfrm>
          <a:prstGeom prst="rect">
            <a:avLst/>
          </a:prstGeom>
          <a:noFill/>
        </p:spPr>
        <p:txBody>
          <a:bodyPr wrap="square" rtlCol="0">
            <a:spAutoFit/>
          </a:bodyPr>
          <a:lstStyle/>
          <a:p>
            <a:r>
              <a:rPr lang="en-US" b="1" dirty="0">
                <a:solidFill>
                  <a:srgbClr val="00B0F0"/>
                </a:solidFill>
                <a:latin typeface="Mali" pitchFamily="2" charset="-34"/>
                <a:cs typeface="Mali" pitchFamily="2" charset="-34"/>
              </a:rPr>
              <a:t>Gretel </a:t>
            </a:r>
          </a:p>
        </p:txBody>
      </p:sp>
      <p:grpSp>
        <p:nvGrpSpPr>
          <p:cNvPr id="12" name="Group 11">
            <a:extLst>
              <a:ext uri="{FF2B5EF4-FFF2-40B4-BE49-F238E27FC236}">
                <a16:creationId xmlns:a16="http://schemas.microsoft.com/office/drawing/2014/main" id="{86721F36-C8AD-AD42-92C6-4B13A8E4609D}"/>
              </a:ext>
            </a:extLst>
          </p:cNvPr>
          <p:cNvGrpSpPr/>
          <p:nvPr/>
        </p:nvGrpSpPr>
        <p:grpSpPr>
          <a:xfrm>
            <a:off x="7001968" y="1514005"/>
            <a:ext cx="4182067" cy="3902863"/>
            <a:chOff x="7314406" y="1873166"/>
            <a:chExt cx="4182067" cy="3902863"/>
          </a:xfrm>
        </p:grpSpPr>
        <p:sp>
          <p:nvSpPr>
            <p:cNvPr id="2" name="Rectangle 1">
              <a:extLst>
                <a:ext uri="{FF2B5EF4-FFF2-40B4-BE49-F238E27FC236}">
                  <a16:creationId xmlns:a16="http://schemas.microsoft.com/office/drawing/2014/main" id="{29A40961-D520-E741-8FB3-7DEF48D3FCB2}"/>
                </a:ext>
              </a:extLst>
            </p:cNvPr>
            <p:cNvSpPr/>
            <p:nvPr/>
          </p:nvSpPr>
          <p:spPr>
            <a:xfrm>
              <a:off x="7314406" y="1873166"/>
              <a:ext cx="4182067" cy="3902863"/>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There once lived a poor woodcutter, his              and </a:t>
              </a:r>
            </a:p>
            <a:p>
              <a:pPr>
                <a:lnSpc>
                  <a:spcPct val="150000"/>
                </a:lnSpc>
              </a:pPr>
              <a:r>
                <a:rPr lang="en-US" sz="2400" dirty="0">
                  <a:latin typeface="Mali" panose="00000500000000000000" pitchFamily="2" charset="-34"/>
                  <a:cs typeface="Mali" panose="00000500000000000000" pitchFamily="2" charset="-34"/>
                </a:rPr>
                <a:t>two               -- a              called Hansel and a               called Gretel. </a:t>
              </a:r>
              <a:endParaRPr lang="en-GB" sz="2400" dirty="0">
                <a:latin typeface="Mali" panose="00000500000000000000" pitchFamily="2" charset="-34"/>
                <a:cs typeface="Mali" panose="00000500000000000000" pitchFamily="2" charset="-34"/>
              </a:endParaRPr>
            </a:p>
          </p:txBody>
        </p:sp>
        <p:sp>
          <p:nvSpPr>
            <p:cNvPr id="22" name="Rounded Rectangle 21">
              <a:extLst>
                <a:ext uri="{FF2B5EF4-FFF2-40B4-BE49-F238E27FC236}">
                  <a16:creationId xmlns:a16="http://schemas.microsoft.com/office/drawing/2014/main" id="{A56B32ED-0857-4845-BDCF-36777467F557}"/>
                </a:ext>
              </a:extLst>
            </p:cNvPr>
            <p:cNvSpPr/>
            <p:nvPr/>
          </p:nvSpPr>
          <p:spPr>
            <a:xfrm>
              <a:off x="7865485" y="3117304"/>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ounded Rectangle 23">
              <a:extLst>
                <a:ext uri="{FF2B5EF4-FFF2-40B4-BE49-F238E27FC236}">
                  <a16:creationId xmlns:a16="http://schemas.microsoft.com/office/drawing/2014/main" id="{539BA94E-D595-CA44-82D7-F416DB90EAD2}"/>
                </a:ext>
              </a:extLst>
            </p:cNvPr>
            <p:cNvSpPr/>
            <p:nvPr/>
          </p:nvSpPr>
          <p:spPr>
            <a:xfrm>
              <a:off x="8126027" y="3654663"/>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a:extLst>
                <a:ext uri="{FF2B5EF4-FFF2-40B4-BE49-F238E27FC236}">
                  <a16:creationId xmlns:a16="http://schemas.microsoft.com/office/drawing/2014/main" id="{9BA398D4-B94E-9649-AF86-5C107DFAD1E6}"/>
                </a:ext>
              </a:extLst>
            </p:cNvPr>
            <p:cNvSpPr/>
            <p:nvPr/>
          </p:nvSpPr>
          <p:spPr>
            <a:xfrm>
              <a:off x="7705259" y="4226473"/>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ounded Rectangle 26">
              <a:extLst>
                <a:ext uri="{FF2B5EF4-FFF2-40B4-BE49-F238E27FC236}">
                  <a16:creationId xmlns:a16="http://schemas.microsoft.com/office/drawing/2014/main" id="{5BC7A1A2-0DDE-714E-9808-C3946A286BA1}"/>
                </a:ext>
              </a:extLst>
            </p:cNvPr>
            <p:cNvSpPr/>
            <p:nvPr/>
          </p:nvSpPr>
          <p:spPr>
            <a:xfrm>
              <a:off x="8369298" y="4800874"/>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544924A6-2434-F448-813A-3B6FB85FD034}"/>
              </a:ext>
            </a:extLst>
          </p:cNvPr>
          <p:cNvGrpSpPr/>
          <p:nvPr/>
        </p:nvGrpSpPr>
        <p:grpSpPr>
          <a:xfrm>
            <a:off x="1380948" y="924151"/>
            <a:ext cx="5116777" cy="4691187"/>
            <a:chOff x="755216" y="331574"/>
            <a:chExt cx="6246752" cy="5727176"/>
          </a:xfrm>
        </p:grpSpPr>
        <p:pic>
          <p:nvPicPr>
            <p:cNvPr id="9" name="Picture 8" descr="A picture containing toy, doll&#10;&#10;Description automatically generated">
              <a:extLst>
                <a:ext uri="{FF2B5EF4-FFF2-40B4-BE49-F238E27FC236}">
                  <a16:creationId xmlns:a16="http://schemas.microsoft.com/office/drawing/2014/main" id="{46228B69-F65C-514A-B641-C435A9C2D8C3}"/>
                </a:ext>
              </a:extLst>
            </p:cNvPr>
            <p:cNvPicPr>
              <a:picLocks noChangeAspect="1"/>
            </p:cNvPicPr>
            <p:nvPr/>
          </p:nvPicPr>
          <p:blipFill>
            <a:blip r:embed="rId2"/>
            <a:stretch>
              <a:fillRect/>
            </a:stretch>
          </p:blipFill>
          <p:spPr>
            <a:xfrm>
              <a:off x="2302074" y="331574"/>
              <a:ext cx="3237252" cy="5515318"/>
            </a:xfrm>
            <a:prstGeom prst="rect">
              <a:avLst/>
            </a:prstGeom>
          </p:spPr>
        </p:pic>
        <p:pic>
          <p:nvPicPr>
            <p:cNvPr id="5" name="Picture 4" descr="A picture containing clock, drawing&#10;&#10;Description automatically generated">
              <a:extLst>
                <a:ext uri="{FF2B5EF4-FFF2-40B4-BE49-F238E27FC236}">
                  <a16:creationId xmlns:a16="http://schemas.microsoft.com/office/drawing/2014/main" id="{CE8B82C3-C3A5-9B4E-BD6D-8946CD9B8566}"/>
                </a:ext>
              </a:extLst>
            </p:cNvPr>
            <p:cNvPicPr>
              <a:picLocks noChangeAspect="1"/>
            </p:cNvPicPr>
            <p:nvPr/>
          </p:nvPicPr>
          <p:blipFill>
            <a:blip r:embed="rId3"/>
            <a:stretch>
              <a:fillRect/>
            </a:stretch>
          </p:blipFill>
          <p:spPr>
            <a:xfrm>
              <a:off x="755216" y="543432"/>
              <a:ext cx="1884919" cy="5173501"/>
            </a:xfrm>
            <a:prstGeom prst="rect">
              <a:avLst/>
            </a:prstGeom>
          </p:spPr>
        </p:pic>
        <p:pic>
          <p:nvPicPr>
            <p:cNvPr id="21" name="Picture 20" descr="A picture containing toy, doll, drawing&#10;&#10;Description automatically generated">
              <a:extLst>
                <a:ext uri="{FF2B5EF4-FFF2-40B4-BE49-F238E27FC236}">
                  <a16:creationId xmlns:a16="http://schemas.microsoft.com/office/drawing/2014/main" id="{6BE332A8-2CFF-974C-9D9A-33BFB8AC9475}"/>
                </a:ext>
              </a:extLst>
            </p:cNvPr>
            <p:cNvPicPr>
              <a:picLocks noChangeAspect="1"/>
            </p:cNvPicPr>
            <p:nvPr/>
          </p:nvPicPr>
          <p:blipFill>
            <a:blip r:embed="rId4"/>
            <a:stretch>
              <a:fillRect/>
            </a:stretch>
          </p:blipFill>
          <p:spPr>
            <a:xfrm>
              <a:off x="5110606" y="2947869"/>
              <a:ext cx="1891362" cy="3041778"/>
            </a:xfrm>
            <a:prstGeom prst="rect">
              <a:avLst/>
            </a:prstGeom>
          </p:spPr>
        </p:pic>
        <p:pic>
          <p:nvPicPr>
            <p:cNvPr id="7" name="Picture 6" descr="A picture containing toy&#10;&#10;Description automatically generated">
              <a:extLst>
                <a:ext uri="{FF2B5EF4-FFF2-40B4-BE49-F238E27FC236}">
                  <a16:creationId xmlns:a16="http://schemas.microsoft.com/office/drawing/2014/main" id="{549B35AC-5313-B94B-B2B0-0DC2646F0707}"/>
                </a:ext>
              </a:extLst>
            </p:cNvPr>
            <p:cNvPicPr>
              <a:picLocks noChangeAspect="1"/>
            </p:cNvPicPr>
            <p:nvPr/>
          </p:nvPicPr>
          <p:blipFill>
            <a:blip r:embed="rId5"/>
            <a:stretch>
              <a:fillRect/>
            </a:stretch>
          </p:blipFill>
          <p:spPr>
            <a:xfrm>
              <a:off x="2248333" y="2833352"/>
              <a:ext cx="1355900" cy="3225398"/>
            </a:xfrm>
            <a:prstGeom prst="rect">
              <a:avLst/>
            </a:prstGeom>
          </p:spPr>
        </p:pic>
      </p:grpSp>
    </p:spTree>
    <p:extLst>
      <p:ext uri="{BB962C8B-B14F-4D97-AF65-F5344CB8AC3E}">
        <p14:creationId xmlns:p14="http://schemas.microsoft.com/office/powerpoint/2010/main" val="3847558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43C6882-2145-E145-901A-D52BB2F350F0}"/>
              </a:ext>
            </a:extLst>
          </p:cNvPr>
          <p:cNvGrpSpPr/>
          <p:nvPr/>
        </p:nvGrpSpPr>
        <p:grpSpPr>
          <a:xfrm>
            <a:off x="842277" y="1567530"/>
            <a:ext cx="5378653" cy="3902863"/>
            <a:chOff x="1022147" y="1835992"/>
            <a:chExt cx="5378653" cy="3902863"/>
          </a:xfrm>
        </p:grpSpPr>
        <p:sp>
          <p:nvSpPr>
            <p:cNvPr id="2" name="Rectangle 1">
              <a:extLst>
                <a:ext uri="{FF2B5EF4-FFF2-40B4-BE49-F238E27FC236}">
                  <a16:creationId xmlns:a16="http://schemas.microsoft.com/office/drawing/2014/main" id="{29A40961-D520-E741-8FB3-7DEF48D3FCB2}"/>
                </a:ext>
              </a:extLst>
            </p:cNvPr>
            <p:cNvSpPr/>
            <p:nvPr/>
          </p:nvSpPr>
          <p:spPr>
            <a:xfrm>
              <a:off x="1022147" y="1835992"/>
              <a:ext cx="5378653" cy="3902863"/>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The woodcutter and his              did not have enough food for their              and daughter. So, they decided to leave them deep in the forest. Hansel and Gretel overheard this and came up with a plan.  </a:t>
              </a:r>
              <a:endParaRPr lang="en-GB" sz="2400" dirty="0">
                <a:latin typeface="Mali" panose="00000500000000000000" pitchFamily="2" charset="-34"/>
                <a:cs typeface="Mali" panose="00000500000000000000" pitchFamily="2" charset="-34"/>
              </a:endParaRPr>
            </a:p>
          </p:txBody>
        </p:sp>
        <p:sp>
          <p:nvSpPr>
            <p:cNvPr id="3" name="Rounded Rectangle 2">
              <a:extLst>
                <a:ext uri="{FF2B5EF4-FFF2-40B4-BE49-F238E27FC236}">
                  <a16:creationId xmlns:a16="http://schemas.microsoft.com/office/drawing/2014/main" id="{E424B582-B4BF-C04D-A9D4-3348DA64408C}"/>
                </a:ext>
              </a:extLst>
            </p:cNvPr>
            <p:cNvSpPr/>
            <p:nvPr/>
          </p:nvSpPr>
          <p:spPr>
            <a:xfrm>
              <a:off x="4748393" y="1990539"/>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a:p>
          </p:txBody>
        </p:sp>
        <p:sp>
          <p:nvSpPr>
            <p:cNvPr id="6" name="Rounded Rectangle 5">
              <a:extLst>
                <a:ext uri="{FF2B5EF4-FFF2-40B4-BE49-F238E27FC236}">
                  <a16:creationId xmlns:a16="http://schemas.microsoft.com/office/drawing/2014/main" id="{875EE4B0-EA52-0446-B7A0-D7DBC1ED9E4E}"/>
                </a:ext>
              </a:extLst>
            </p:cNvPr>
            <p:cNvSpPr/>
            <p:nvPr/>
          </p:nvSpPr>
          <p:spPr>
            <a:xfrm>
              <a:off x="2473418" y="3083724"/>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a:p>
          </p:txBody>
        </p:sp>
      </p:grpSp>
      <p:pic>
        <p:nvPicPr>
          <p:cNvPr id="8" name="Picture 7" descr="A picture containing toy, doll, drawing&#10;&#10;Description automatically generated">
            <a:extLst>
              <a:ext uri="{FF2B5EF4-FFF2-40B4-BE49-F238E27FC236}">
                <a16:creationId xmlns:a16="http://schemas.microsoft.com/office/drawing/2014/main" id="{CE4171ED-FD55-764E-8E75-A289F3E8240A}"/>
              </a:ext>
            </a:extLst>
          </p:cNvPr>
          <p:cNvPicPr>
            <a:picLocks noChangeAspect="1"/>
          </p:cNvPicPr>
          <p:nvPr/>
        </p:nvPicPr>
        <p:blipFill>
          <a:blip r:embed="rId2"/>
          <a:stretch>
            <a:fillRect/>
          </a:stretch>
        </p:blipFill>
        <p:spPr>
          <a:xfrm>
            <a:off x="6349284" y="1732962"/>
            <a:ext cx="2100509" cy="3996090"/>
          </a:xfrm>
          <a:prstGeom prst="rect">
            <a:avLst/>
          </a:prstGeom>
        </p:spPr>
      </p:pic>
      <p:pic>
        <p:nvPicPr>
          <p:cNvPr id="11" name="Picture 10" descr="A picture containing toy, doll, drawing&#10;&#10;Description automatically generated">
            <a:extLst>
              <a:ext uri="{FF2B5EF4-FFF2-40B4-BE49-F238E27FC236}">
                <a16:creationId xmlns:a16="http://schemas.microsoft.com/office/drawing/2014/main" id="{51A499FA-9F4F-F349-82D2-E254A10B5734}"/>
              </a:ext>
            </a:extLst>
          </p:cNvPr>
          <p:cNvPicPr>
            <a:picLocks noChangeAspect="1"/>
          </p:cNvPicPr>
          <p:nvPr/>
        </p:nvPicPr>
        <p:blipFill>
          <a:blip r:embed="rId3"/>
          <a:stretch>
            <a:fillRect/>
          </a:stretch>
        </p:blipFill>
        <p:spPr>
          <a:xfrm>
            <a:off x="9370720" y="1732961"/>
            <a:ext cx="1792489" cy="4097118"/>
          </a:xfrm>
          <a:prstGeom prst="rect">
            <a:avLst/>
          </a:prstGeom>
        </p:spPr>
      </p:pic>
      <p:pic>
        <p:nvPicPr>
          <p:cNvPr id="14" name="Picture 13" descr="A close up of a logo&#10;&#10;Description automatically generated">
            <a:extLst>
              <a:ext uri="{FF2B5EF4-FFF2-40B4-BE49-F238E27FC236}">
                <a16:creationId xmlns:a16="http://schemas.microsoft.com/office/drawing/2014/main" id="{5D26DA01-1CC2-0942-8490-473CAB748E63}"/>
              </a:ext>
            </a:extLst>
          </p:cNvPr>
          <p:cNvPicPr>
            <a:picLocks noChangeAspect="1"/>
          </p:cNvPicPr>
          <p:nvPr/>
        </p:nvPicPr>
        <p:blipFill>
          <a:blip r:embed="rId4"/>
          <a:stretch>
            <a:fillRect/>
          </a:stretch>
        </p:blipFill>
        <p:spPr>
          <a:xfrm>
            <a:off x="7399538" y="492435"/>
            <a:ext cx="2818652" cy="2326507"/>
          </a:xfrm>
          <a:prstGeom prst="rect">
            <a:avLst/>
          </a:prstGeom>
        </p:spPr>
      </p:pic>
    </p:spTree>
    <p:extLst>
      <p:ext uri="{BB962C8B-B14F-4D97-AF65-F5344CB8AC3E}">
        <p14:creationId xmlns:p14="http://schemas.microsoft.com/office/powerpoint/2010/main" val="119209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53D0EB-B4DE-8C47-A56D-44E1CA31D854}"/>
              </a:ext>
            </a:extLst>
          </p:cNvPr>
          <p:cNvGrpSpPr/>
          <p:nvPr/>
        </p:nvGrpSpPr>
        <p:grpSpPr>
          <a:xfrm>
            <a:off x="1122618" y="4517189"/>
            <a:ext cx="10494126" cy="1686872"/>
            <a:chOff x="963387" y="3343478"/>
            <a:chExt cx="10494126" cy="1686872"/>
          </a:xfrm>
        </p:grpSpPr>
        <p:sp>
          <p:nvSpPr>
            <p:cNvPr id="2" name="Rectangle 1">
              <a:extLst>
                <a:ext uri="{FF2B5EF4-FFF2-40B4-BE49-F238E27FC236}">
                  <a16:creationId xmlns:a16="http://schemas.microsoft.com/office/drawing/2014/main" id="{29A40961-D520-E741-8FB3-7DEF48D3FCB2}"/>
                </a:ext>
              </a:extLst>
            </p:cNvPr>
            <p:cNvSpPr/>
            <p:nvPr/>
          </p:nvSpPr>
          <p:spPr>
            <a:xfrm>
              <a:off x="963387" y="3343478"/>
              <a:ext cx="10494126" cy="1686872"/>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When their              took them into the forest, Hansel and Gretel dropped pebbles along the way. Then, they found their way home by following the line of pebbles. </a:t>
              </a:r>
            </a:p>
          </p:txBody>
        </p:sp>
        <p:sp>
          <p:nvSpPr>
            <p:cNvPr id="3" name="Rounded Rectangle 2">
              <a:extLst>
                <a:ext uri="{FF2B5EF4-FFF2-40B4-BE49-F238E27FC236}">
                  <a16:creationId xmlns:a16="http://schemas.microsoft.com/office/drawing/2014/main" id="{E424B582-B4BF-C04D-A9D4-3348DA64408C}"/>
                </a:ext>
              </a:extLst>
            </p:cNvPr>
            <p:cNvSpPr/>
            <p:nvPr/>
          </p:nvSpPr>
          <p:spPr>
            <a:xfrm>
              <a:off x="2757150" y="3491578"/>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7" name="Picture 6" descr="A picture containing building, table, clock, computer&#10;&#10;Description automatically generated">
            <a:extLst>
              <a:ext uri="{FF2B5EF4-FFF2-40B4-BE49-F238E27FC236}">
                <a16:creationId xmlns:a16="http://schemas.microsoft.com/office/drawing/2014/main" id="{E715A1CD-39AC-FA4C-AD78-02032B12CEAE}"/>
              </a:ext>
            </a:extLst>
          </p:cNvPr>
          <p:cNvPicPr>
            <a:picLocks noChangeAspect="1"/>
          </p:cNvPicPr>
          <p:nvPr/>
        </p:nvPicPr>
        <p:blipFill>
          <a:blip r:embed="rId2"/>
          <a:stretch>
            <a:fillRect/>
          </a:stretch>
        </p:blipFill>
        <p:spPr>
          <a:xfrm>
            <a:off x="8220122" y="1210614"/>
            <a:ext cx="2416039" cy="1362017"/>
          </a:xfrm>
          <a:prstGeom prst="rect">
            <a:avLst/>
          </a:prstGeom>
        </p:spPr>
      </p:pic>
      <p:pic>
        <p:nvPicPr>
          <p:cNvPr id="10" name="Picture 9" descr="A toy doll&#10;&#10;Description automatically generated">
            <a:extLst>
              <a:ext uri="{FF2B5EF4-FFF2-40B4-BE49-F238E27FC236}">
                <a16:creationId xmlns:a16="http://schemas.microsoft.com/office/drawing/2014/main" id="{2D0B214D-AAFD-204F-9CEE-1B188CD643C7}"/>
              </a:ext>
            </a:extLst>
          </p:cNvPr>
          <p:cNvPicPr>
            <a:picLocks noChangeAspect="1"/>
          </p:cNvPicPr>
          <p:nvPr/>
        </p:nvPicPr>
        <p:blipFill>
          <a:blip r:embed="rId3"/>
          <a:stretch>
            <a:fillRect/>
          </a:stretch>
        </p:blipFill>
        <p:spPr>
          <a:xfrm>
            <a:off x="1328680" y="423140"/>
            <a:ext cx="7327232" cy="4019999"/>
          </a:xfrm>
          <a:prstGeom prst="rect">
            <a:avLst/>
          </a:prstGeom>
        </p:spPr>
      </p:pic>
    </p:spTree>
    <p:extLst>
      <p:ext uri="{BB962C8B-B14F-4D97-AF65-F5344CB8AC3E}">
        <p14:creationId xmlns:p14="http://schemas.microsoft.com/office/powerpoint/2010/main" val="3605920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53D0EB-B4DE-8C47-A56D-44E1CA31D854}"/>
              </a:ext>
            </a:extLst>
          </p:cNvPr>
          <p:cNvGrpSpPr/>
          <p:nvPr/>
        </p:nvGrpSpPr>
        <p:grpSpPr>
          <a:xfrm>
            <a:off x="6795519" y="2959679"/>
            <a:ext cx="4877325" cy="2794868"/>
            <a:chOff x="963387" y="3343478"/>
            <a:chExt cx="4664290" cy="2794868"/>
          </a:xfrm>
        </p:grpSpPr>
        <p:sp>
          <p:nvSpPr>
            <p:cNvPr id="2" name="Rectangle 1">
              <a:extLst>
                <a:ext uri="{FF2B5EF4-FFF2-40B4-BE49-F238E27FC236}">
                  <a16:creationId xmlns:a16="http://schemas.microsoft.com/office/drawing/2014/main" id="{29A40961-D520-E741-8FB3-7DEF48D3FCB2}"/>
                </a:ext>
              </a:extLst>
            </p:cNvPr>
            <p:cNvSpPr/>
            <p:nvPr/>
          </p:nvSpPr>
          <p:spPr>
            <a:xfrm>
              <a:off x="963387" y="3343478"/>
              <a:ext cx="4664290" cy="2794868"/>
            </a:xfrm>
            <a:prstGeom prst="rect">
              <a:avLst/>
            </a:prstGeom>
          </p:spPr>
          <p:txBody>
            <a:bodyPr wrap="square">
              <a:spAutoFit/>
            </a:bodyPr>
            <a:lstStyle/>
            <a:p>
              <a:pPr>
                <a:lnSpc>
                  <a:spcPct val="150000"/>
                </a:lnSpc>
                <a:spcBef>
                  <a:spcPts val="1200"/>
                </a:spcBef>
              </a:pPr>
              <a:r>
                <a:rPr lang="en-US" sz="2400" dirty="0">
                  <a:latin typeface="Mali" panose="00000500000000000000" pitchFamily="2" charset="-34"/>
                  <a:cs typeface="Mali" panose="00000500000000000000" pitchFamily="2" charset="-34"/>
                </a:rPr>
                <a:t>Their              and stepmother were surprised to see them back. They decided to take them deeper into the forest once again.  </a:t>
              </a:r>
              <a:endParaRPr lang="en-GB" sz="2400" dirty="0">
                <a:latin typeface="Mali" panose="00000500000000000000" pitchFamily="2" charset="-34"/>
                <a:cs typeface="Mali" panose="00000500000000000000" pitchFamily="2" charset="-34"/>
              </a:endParaRPr>
            </a:p>
          </p:txBody>
        </p:sp>
        <p:sp>
          <p:nvSpPr>
            <p:cNvPr id="3" name="Rounded Rectangle 2">
              <a:extLst>
                <a:ext uri="{FF2B5EF4-FFF2-40B4-BE49-F238E27FC236}">
                  <a16:creationId xmlns:a16="http://schemas.microsoft.com/office/drawing/2014/main" id="{E424B582-B4BF-C04D-A9D4-3348DA64408C}"/>
                </a:ext>
              </a:extLst>
            </p:cNvPr>
            <p:cNvSpPr/>
            <p:nvPr/>
          </p:nvSpPr>
          <p:spPr>
            <a:xfrm>
              <a:off x="1827575" y="3445818"/>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a:p>
          </p:txBody>
        </p:sp>
      </p:grpSp>
      <p:pic>
        <p:nvPicPr>
          <p:cNvPr id="11" name="Picture 10" descr="A picture containing toy, doll&#10;&#10;Description automatically generated">
            <a:extLst>
              <a:ext uri="{FF2B5EF4-FFF2-40B4-BE49-F238E27FC236}">
                <a16:creationId xmlns:a16="http://schemas.microsoft.com/office/drawing/2014/main" id="{7ECF4F68-1EE5-4E40-BDC9-783C4A4551B9}"/>
              </a:ext>
            </a:extLst>
          </p:cNvPr>
          <p:cNvPicPr>
            <a:picLocks noChangeAspect="1"/>
          </p:cNvPicPr>
          <p:nvPr/>
        </p:nvPicPr>
        <p:blipFill>
          <a:blip r:embed="rId2"/>
          <a:stretch>
            <a:fillRect/>
          </a:stretch>
        </p:blipFill>
        <p:spPr>
          <a:xfrm>
            <a:off x="1355291" y="1525479"/>
            <a:ext cx="4041192" cy="4368053"/>
          </a:xfrm>
          <a:prstGeom prst="rect">
            <a:avLst/>
          </a:prstGeom>
        </p:spPr>
      </p:pic>
      <p:pic>
        <p:nvPicPr>
          <p:cNvPr id="13" name="Picture 12" descr="A close up of a logo&#10;&#10;Description automatically generated">
            <a:extLst>
              <a:ext uri="{FF2B5EF4-FFF2-40B4-BE49-F238E27FC236}">
                <a16:creationId xmlns:a16="http://schemas.microsoft.com/office/drawing/2014/main" id="{88BF5D09-5FDD-CB42-BD4F-1E4CF6DCE269}"/>
              </a:ext>
            </a:extLst>
          </p:cNvPr>
          <p:cNvPicPr>
            <a:picLocks noChangeAspect="1"/>
          </p:cNvPicPr>
          <p:nvPr/>
        </p:nvPicPr>
        <p:blipFill>
          <a:blip r:embed="rId3"/>
          <a:stretch>
            <a:fillRect/>
          </a:stretch>
        </p:blipFill>
        <p:spPr>
          <a:xfrm>
            <a:off x="4556526" y="550070"/>
            <a:ext cx="3166914" cy="2409609"/>
          </a:xfrm>
          <a:prstGeom prst="rect">
            <a:avLst/>
          </a:prstGeom>
        </p:spPr>
      </p:pic>
    </p:spTree>
    <p:extLst>
      <p:ext uri="{BB962C8B-B14F-4D97-AF65-F5344CB8AC3E}">
        <p14:creationId xmlns:p14="http://schemas.microsoft.com/office/powerpoint/2010/main" val="2695885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53D0EB-B4DE-8C47-A56D-44E1CA31D854}"/>
              </a:ext>
            </a:extLst>
          </p:cNvPr>
          <p:cNvGrpSpPr/>
          <p:nvPr/>
        </p:nvGrpSpPr>
        <p:grpSpPr>
          <a:xfrm>
            <a:off x="1370223" y="825165"/>
            <a:ext cx="4147180" cy="5010859"/>
            <a:chOff x="335858" y="650365"/>
            <a:chExt cx="4147180" cy="5010859"/>
          </a:xfrm>
        </p:grpSpPr>
        <p:sp>
          <p:nvSpPr>
            <p:cNvPr id="2" name="Rectangle 1">
              <a:extLst>
                <a:ext uri="{FF2B5EF4-FFF2-40B4-BE49-F238E27FC236}">
                  <a16:creationId xmlns:a16="http://schemas.microsoft.com/office/drawing/2014/main" id="{29A40961-D520-E741-8FB3-7DEF48D3FCB2}"/>
                </a:ext>
              </a:extLst>
            </p:cNvPr>
            <p:cNvSpPr/>
            <p:nvPr/>
          </p:nvSpPr>
          <p:spPr>
            <a:xfrm>
              <a:off x="335858" y="650365"/>
              <a:ext cx="4147180" cy="5010859"/>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This time, Hansel and Gretel dropped breadcrumbs because their pebbles were taken by their                   . But sadly, the animals and birds in the forest ate all the crumbs. They were lost in the forest. </a:t>
              </a:r>
              <a:endParaRPr lang="en-GB" sz="2400" dirty="0">
                <a:latin typeface="Mali" panose="00000500000000000000" pitchFamily="2" charset="-34"/>
                <a:cs typeface="Mali" panose="00000500000000000000" pitchFamily="2" charset="-34"/>
              </a:endParaRPr>
            </a:p>
          </p:txBody>
        </p:sp>
        <p:sp>
          <p:nvSpPr>
            <p:cNvPr id="3" name="Rounded Rectangle 2">
              <a:extLst>
                <a:ext uri="{FF2B5EF4-FFF2-40B4-BE49-F238E27FC236}">
                  <a16:creationId xmlns:a16="http://schemas.microsoft.com/office/drawing/2014/main" id="{E424B582-B4BF-C04D-A9D4-3348DA64408C}"/>
                </a:ext>
              </a:extLst>
            </p:cNvPr>
            <p:cNvSpPr/>
            <p:nvPr/>
          </p:nvSpPr>
          <p:spPr>
            <a:xfrm>
              <a:off x="1686445" y="2960646"/>
              <a:ext cx="172334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082E24DA-9C19-BD49-AAD4-C7569E101A4C}"/>
              </a:ext>
            </a:extLst>
          </p:cNvPr>
          <p:cNvGrpSpPr/>
          <p:nvPr/>
        </p:nvGrpSpPr>
        <p:grpSpPr>
          <a:xfrm>
            <a:off x="6096000" y="1296921"/>
            <a:ext cx="5378774" cy="4547907"/>
            <a:chOff x="5443003" y="1288117"/>
            <a:chExt cx="5378774" cy="4547907"/>
          </a:xfrm>
        </p:grpSpPr>
        <p:pic>
          <p:nvPicPr>
            <p:cNvPr id="18" name="Picture 17" descr="A picture containing toy, doll, drawing&#10;&#10;Description automatically generated">
              <a:extLst>
                <a:ext uri="{FF2B5EF4-FFF2-40B4-BE49-F238E27FC236}">
                  <a16:creationId xmlns:a16="http://schemas.microsoft.com/office/drawing/2014/main" id="{42796266-9EBC-F54F-B278-B15425EC4729}"/>
                </a:ext>
              </a:extLst>
            </p:cNvPr>
            <p:cNvPicPr>
              <a:picLocks noChangeAspect="1"/>
            </p:cNvPicPr>
            <p:nvPr/>
          </p:nvPicPr>
          <p:blipFill>
            <a:blip r:embed="rId2"/>
            <a:stretch>
              <a:fillRect/>
            </a:stretch>
          </p:blipFill>
          <p:spPr>
            <a:xfrm>
              <a:off x="7965621" y="1288117"/>
              <a:ext cx="2856156" cy="4142713"/>
            </a:xfrm>
            <a:prstGeom prst="rect">
              <a:avLst/>
            </a:prstGeom>
          </p:spPr>
        </p:pic>
        <p:pic>
          <p:nvPicPr>
            <p:cNvPr id="16" name="Picture 15" descr="A picture containing toy, doll, drawing&#10;&#10;Description automatically generated">
              <a:extLst>
                <a:ext uri="{FF2B5EF4-FFF2-40B4-BE49-F238E27FC236}">
                  <a16:creationId xmlns:a16="http://schemas.microsoft.com/office/drawing/2014/main" id="{218279AF-4DC7-EB49-8DA7-8B2813EB6D64}"/>
                </a:ext>
              </a:extLst>
            </p:cNvPr>
            <p:cNvPicPr>
              <a:picLocks noChangeAspect="1"/>
            </p:cNvPicPr>
            <p:nvPr/>
          </p:nvPicPr>
          <p:blipFill>
            <a:blip r:embed="rId3"/>
            <a:stretch>
              <a:fillRect/>
            </a:stretch>
          </p:blipFill>
          <p:spPr>
            <a:xfrm>
              <a:off x="5443003" y="2205186"/>
              <a:ext cx="2370986" cy="3225644"/>
            </a:xfrm>
            <a:prstGeom prst="rect">
              <a:avLst/>
            </a:prstGeom>
          </p:spPr>
        </p:pic>
        <p:pic>
          <p:nvPicPr>
            <p:cNvPr id="12" name="Picture 11" descr="A picture containing drawing&#10;&#10;Description automatically generated">
              <a:extLst>
                <a:ext uri="{FF2B5EF4-FFF2-40B4-BE49-F238E27FC236}">
                  <a16:creationId xmlns:a16="http://schemas.microsoft.com/office/drawing/2014/main" id="{E36375CB-B493-7146-9B52-3A150BBE9AB0}"/>
                </a:ext>
              </a:extLst>
            </p:cNvPr>
            <p:cNvPicPr>
              <a:picLocks noChangeAspect="1"/>
            </p:cNvPicPr>
            <p:nvPr/>
          </p:nvPicPr>
          <p:blipFill>
            <a:blip r:embed="rId4"/>
            <a:stretch>
              <a:fillRect/>
            </a:stretch>
          </p:blipFill>
          <p:spPr>
            <a:xfrm flipH="1">
              <a:off x="8800043" y="4814816"/>
              <a:ext cx="684609" cy="958453"/>
            </a:xfrm>
            <a:prstGeom prst="rect">
              <a:avLst/>
            </a:prstGeom>
          </p:spPr>
        </p:pic>
        <p:pic>
          <p:nvPicPr>
            <p:cNvPr id="14" name="Picture 13" descr="A picture containing drawing&#10;&#10;Description automatically generated">
              <a:extLst>
                <a:ext uri="{FF2B5EF4-FFF2-40B4-BE49-F238E27FC236}">
                  <a16:creationId xmlns:a16="http://schemas.microsoft.com/office/drawing/2014/main" id="{BACB7415-3142-EF49-B208-73A36CE477D6}"/>
                </a:ext>
              </a:extLst>
            </p:cNvPr>
            <p:cNvPicPr>
              <a:picLocks noChangeAspect="1"/>
            </p:cNvPicPr>
            <p:nvPr/>
          </p:nvPicPr>
          <p:blipFill>
            <a:blip r:embed="rId5"/>
            <a:stretch>
              <a:fillRect/>
            </a:stretch>
          </p:blipFill>
          <p:spPr>
            <a:xfrm>
              <a:off x="6737129" y="4727486"/>
              <a:ext cx="702075" cy="1108538"/>
            </a:xfrm>
            <a:prstGeom prst="rect">
              <a:avLst/>
            </a:prstGeom>
          </p:spPr>
        </p:pic>
      </p:grpSp>
    </p:spTree>
    <p:extLst>
      <p:ext uri="{BB962C8B-B14F-4D97-AF65-F5344CB8AC3E}">
        <p14:creationId xmlns:p14="http://schemas.microsoft.com/office/powerpoint/2010/main" val="543980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A40961-D520-E741-8FB3-7DEF48D3FCB2}"/>
              </a:ext>
            </a:extLst>
          </p:cNvPr>
          <p:cNvSpPr/>
          <p:nvPr/>
        </p:nvSpPr>
        <p:spPr>
          <a:xfrm>
            <a:off x="7757130" y="2478255"/>
            <a:ext cx="4065093" cy="2240870"/>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Then they came upon a strange house. It was made of chocolates, candies and cookies. </a:t>
            </a:r>
            <a:endParaRPr lang="en-GB" sz="2400" dirty="0">
              <a:latin typeface="Mali" panose="00000500000000000000" pitchFamily="2" charset="-34"/>
              <a:cs typeface="Mali" panose="00000500000000000000" pitchFamily="2" charset="-34"/>
            </a:endParaRPr>
          </a:p>
        </p:txBody>
      </p:sp>
      <p:pic>
        <p:nvPicPr>
          <p:cNvPr id="6" name="Picture 5" descr="A birthday cake&#10;&#10;Description automatically generated">
            <a:extLst>
              <a:ext uri="{FF2B5EF4-FFF2-40B4-BE49-F238E27FC236}">
                <a16:creationId xmlns:a16="http://schemas.microsoft.com/office/drawing/2014/main" id="{677B53A6-B79F-E64E-9CB0-DA926A3050C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61662" y="729791"/>
            <a:ext cx="6338385" cy="4654751"/>
          </a:xfrm>
          <a:prstGeom prst="rect">
            <a:avLst/>
          </a:prstGeom>
        </p:spPr>
      </p:pic>
    </p:spTree>
    <p:extLst>
      <p:ext uri="{BB962C8B-B14F-4D97-AF65-F5344CB8AC3E}">
        <p14:creationId xmlns:p14="http://schemas.microsoft.com/office/powerpoint/2010/main" val="2043540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A40961-D520-E741-8FB3-7DEF48D3FCB2}"/>
              </a:ext>
            </a:extLst>
          </p:cNvPr>
          <p:cNvSpPr/>
          <p:nvPr/>
        </p:nvSpPr>
        <p:spPr>
          <a:xfrm>
            <a:off x="2051299" y="5441724"/>
            <a:ext cx="8661191" cy="1132874"/>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Hansel and Gretel were so hungry that they started to eat the door, the window and the roof.  </a:t>
            </a:r>
            <a:endParaRPr lang="en-GB" sz="2400" dirty="0">
              <a:latin typeface="Mali" panose="00000500000000000000" pitchFamily="2" charset="-34"/>
              <a:cs typeface="Mali" panose="00000500000000000000" pitchFamily="2" charset="-34"/>
            </a:endParaRPr>
          </a:p>
        </p:txBody>
      </p:sp>
      <p:grpSp>
        <p:nvGrpSpPr>
          <p:cNvPr id="12" name="Group 11">
            <a:extLst>
              <a:ext uri="{FF2B5EF4-FFF2-40B4-BE49-F238E27FC236}">
                <a16:creationId xmlns:a16="http://schemas.microsoft.com/office/drawing/2014/main" id="{C72D7771-A08F-E042-93E4-ABD9126568E9}"/>
              </a:ext>
            </a:extLst>
          </p:cNvPr>
          <p:cNvGrpSpPr/>
          <p:nvPr/>
        </p:nvGrpSpPr>
        <p:grpSpPr>
          <a:xfrm>
            <a:off x="2345005" y="544659"/>
            <a:ext cx="8073778" cy="4475777"/>
            <a:chOff x="2676122" y="258674"/>
            <a:chExt cx="8073778" cy="4475777"/>
          </a:xfrm>
        </p:grpSpPr>
        <p:pic>
          <p:nvPicPr>
            <p:cNvPr id="9" name="Picture 8" descr="A picture containing food, room&#10;&#10;Description automatically generated">
              <a:extLst>
                <a:ext uri="{FF2B5EF4-FFF2-40B4-BE49-F238E27FC236}">
                  <a16:creationId xmlns:a16="http://schemas.microsoft.com/office/drawing/2014/main" id="{E8FEEF71-85B8-8E48-BACF-BC0D686228C4}"/>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b="15210"/>
            <a:stretch/>
          </p:blipFill>
          <p:spPr>
            <a:xfrm>
              <a:off x="5878286" y="258674"/>
              <a:ext cx="4871614" cy="3972912"/>
            </a:xfrm>
            <a:prstGeom prst="rect">
              <a:avLst/>
            </a:prstGeom>
          </p:spPr>
        </p:pic>
        <p:pic>
          <p:nvPicPr>
            <p:cNvPr id="4" name="Picture 3" descr="A close up of a toy&#10;&#10;Description automatically generated">
              <a:extLst>
                <a:ext uri="{FF2B5EF4-FFF2-40B4-BE49-F238E27FC236}">
                  <a16:creationId xmlns:a16="http://schemas.microsoft.com/office/drawing/2014/main" id="{5A323E29-057E-E642-88DA-415B67B7F5B3}"/>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4833434" y="1782640"/>
              <a:ext cx="2087628" cy="2951811"/>
            </a:xfrm>
            <a:prstGeom prst="rect">
              <a:avLst/>
            </a:prstGeom>
          </p:spPr>
        </p:pic>
        <p:pic>
          <p:nvPicPr>
            <p:cNvPr id="7" name="Picture 6" descr="A picture containing toy, doll, drawing&#10;&#10;Description automatically generated">
              <a:extLst>
                <a:ext uri="{FF2B5EF4-FFF2-40B4-BE49-F238E27FC236}">
                  <a16:creationId xmlns:a16="http://schemas.microsoft.com/office/drawing/2014/main" id="{018272B9-B0E1-F246-9686-EDE6239D24CF}"/>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2676122" y="1679802"/>
              <a:ext cx="2472622" cy="3054649"/>
            </a:xfrm>
            <a:prstGeom prst="rect">
              <a:avLst/>
            </a:prstGeom>
          </p:spPr>
        </p:pic>
      </p:grpSp>
    </p:spTree>
    <p:extLst>
      <p:ext uri="{BB962C8B-B14F-4D97-AF65-F5344CB8AC3E}">
        <p14:creationId xmlns:p14="http://schemas.microsoft.com/office/powerpoint/2010/main" val="629658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birthday cake&#10;&#10;Description automatically generated">
            <a:extLst>
              <a:ext uri="{FF2B5EF4-FFF2-40B4-BE49-F238E27FC236}">
                <a16:creationId xmlns:a16="http://schemas.microsoft.com/office/drawing/2014/main" id="{186402A9-A295-D14A-AF50-79FAF64630D3}"/>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6215837" y="510891"/>
            <a:ext cx="4979780" cy="3596508"/>
          </a:xfrm>
          <a:prstGeom prst="rect">
            <a:avLst/>
          </a:prstGeom>
        </p:spPr>
      </p:pic>
      <p:grpSp>
        <p:nvGrpSpPr>
          <p:cNvPr id="9" name="Group 8">
            <a:extLst>
              <a:ext uri="{FF2B5EF4-FFF2-40B4-BE49-F238E27FC236}">
                <a16:creationId xmlns:a16="http://schemas.microsoft.com/office/drawing/2014/main" id="{A6A68C69-7069-834B-B7A0-202C0E87A51B}"/>
              </a:ext>
            </a:extLst>
          </p:cNvPr>
          <p:cNvGrpSpPr/>
          <p:nvPr/>
        </p:nvGrpSpPr>
        <p:grpSpPr>
          <a:xfrm>
            <a:off x="1752843" y="4642046"/>
            <a:ext cx="9399815" cy="1132874"/>
            <a:chOff x="1396093" y="3429206"/>
            <a:chExt cx="9399815" cy="1132874"/>
          </a:xfrm>
        </p:grpSpPr>
        <p:sp>
          <p:nvSpPr>
            <p:cNvPr id="2" name="Rectangle 1">
              <a:extLst>
                <a:ext uri="{FF2B5EF4-FFF2-40B4-BE49-F238E27FC236}">
                  <a16:creationId xmlns:a16="http://schemas.microsoft.com/office/drawing/2014/main" id="{29A40961-D520-E741-8FB3-7DEF48D3FCB2}"/>
                </a:ext>
              </a:extLst>
            </p:cNvPr>
            <p:cNvSpPr/>
            <p:nvPr/>
          </p:nvSpPr>
          <p:spPr>
            <a:xfrm>
              <a:off x="1396093" y="3429206"/>
              <a:ext cx="9399815" cy="1132874"/>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The              , whose house it was, caught Hansel and Gretel. These               would be her dinner tonight. </a:t>
              </a:r>
              <a:endParaRPr lang="en-GB" sz="2400" dirty="0">
                <a:latin typeface="Mali" panose="00000500000000000000" pitchFamily="2" charset="-34"/>
                <a:cs typeface="Mali" panose="00000500000000000000" pitchFamily="2" charset="-34"/>
              </a:endParaRPr>
            </a:p>
          </p:txBody>
        </p:sp>
        <p:sp>
          <p:nvSpPr>
            <p:cNvPr id="5" name="Rounded Rectangle 4">
              <a:extLst>
                <a:ext uri="{FF2B5EF4-FFF2-40B4-BE49-F238E27FC236}">
                  <a16:creationId xmlns:a16="http://schemas.microsoft.com/office/drawing/2014/main" id="{BBF07625-2368-3F40-A271-FBDF31B5578A}"/>
                </a:ext>
              </a:extLst>
            </p:cNvPr>
            <p:cNvSpPr/>
            <p:nvPr/>
          </p:nvSpPr>
          <p:spPr>
            <a:xfrm>
              <a:off x="2107326" y="3560214"/>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a:extLst>
                <a:ext uri="{FF2B5EF4-FFF2-40B4-BE49-F238E27FC236}">
                  <a16:creationId xmlns:a16="http://schemas.microsoft.com/office/drawing/2014/main" id="{9F4D69A4-D438-DD4A-B12B-B50E448D5FA9}"/>
                </a:ext>
              </a:extLst>
            </p:cNvPr>
            <p:cNvSpPr/>
            <p:nvPr/>
          </p:nvSpPr>
          <p:spPr>
            <a:xfrm>
              <a:off x="3617234" y="4122504"/>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E1007301-D197-CD4E-BB18-9C10C21813EB}"/>
              </a:ext>
            </a:extLst>
          </p:cNvPr>
          <p:cNvGrpSpPr/>
          <p:nvPr/>
        </p:nvGrpSpPr>
        <p:grpSpPr>
          <a:xfrm>
            <a:off x="1581135" y="1649517"/>
            <a:ext cx="4871616" cy="2772321"/>
            <a:chOff x="1732401" y="2079889"/>
            <a:chExt cx="4805030" cy="2734428"/>
          </a:xfrm>
        </p:grpSpPr>
        <p:pic>
          <p:nvPicPr>
            <p:cNvPr id="10" name="Picture 9">
              <a:extLst>
                <a:ext uri="{FF2B5EF4-FFF2-40B4-BE49-F238E27FC236}">
                  <a16:creationId xmlns:a16="http://schemas.microsoft.com/office/drawing/2014/main" id="{0ED07A6D-9518-AA4B-A776-D802719200F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flipH="1">
              <a:off x="5410214" y="2143740"/>
              <a:ext cx="1127217" cy="2225282"/>
            </a:xfrm>
            <a:prstGeom prst="rect">
              <a:avLst/>
            </a:prstGeom>
          </p:spPr>
        </p:pic>
        <p:pic>
          <p:nvPicPr>
            <p:cNvPr id="4" name="Picture 3" descr="A close up of a toy&#10;&#10;Description automatically generated">
              <a:extLst>
                <a:ext uri="{FF2B5EF4-FFF2-40B4-BE49-F238E27FC236}">
                  <a16:creationId xmlns:a16="http://schemas.microsoft.com/office/drawing/2014/main" id="{E2AC5AB2-99C8-724F-991C-FB76AE50F5C3}"/>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1732401" y="2079889"/>
              <a:ext cx="1857369" cy="2734428"/>
            </a:xfrm>
            <a:prstGeom prst="rect">
              <a:avLst/>
            </a:prstGeom>
          </p:spPr>
        </p:pic>
        <p:pic>
          <p:nvPicPr>
            <p:cNvPr id="12" name="Picture 11" descr="A picture containing toy, doll, drawing&#10;&#10;Description automatically generated">
              <a:extLst>
                <a:ext uri="{FF2B5EF4-FFF2-40B4-BE49-F238E27FC236}">
                  <a16:creationId xmlns:a16="http://schemas.microsoft.com/office/drawing/2014/main" id="{AA38ACAE-0BD1-2C4E-91B8-43BCF00EEE82}"/>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3425912" y="2143741"/>
              <a:ext cx="2170848" cy="2670575"/>
            </a:xfrm>
            <a:prstGeom prst="rect">
              <a:avLst/>
            </a:prstGeom>
          </p:spPr>
        </p:pic>
      </p:grpSp>
    </p:spTree>
    <p:extLst>
      <p:ext uri="{BB962C8B-B14F-4D97-AF65-F5344CB8AC3E}">
        <p14:creationId xmlns:p14="http://schemas.microsoft.com/office/powerpoint/2010/main" val="2106227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6A68C69-7069-834B-B7A0-202C0E87A51B}"/>
              </a:ext>
            </a:extLst>
          </p:cNvPr>
          <p:cNvGrpSpPr/>
          <p:nvPr/>
        </p:nvGrpSpPr>
        <p:grpSpPr>
          <a:xfrm>
            <a:off x="1686911" y="408633"/>
            <a:ext cx="9806152" cy="1686872"/>
            <a:chOff x="-4146329" y="3429206"/>
            <a:chExt cx="9806152" cy="1686872"/>
          </a:xfrm>
        </p:grpSpPr>
        <p:sp>
          <p:nvSpPr>
            <p:cNvPr id="2" name="Rectangle 1">
              <a:extLst>
                <a:ext uri="{FF2B5EF4-FFF2-40B4-BE49-F238E27FC236}">
                  <a16:creationId xmlns:a16="http://schemas.microsoft.com/office/drawing/2014/main" id="{29A40961-D520-E741-8FB3-7DEF48D3FCB2}"/>
                </a:ext>
              </a:extLst>
            </p:cNvPr>
            <p:cNvSpPr/>
            <p:nvPr/>
          </p:nvSpPr>
          <p:spPr>
            <a:xfrm>
              <a:off x="-4146329" y="3429206"/>
              <a:ext cx="9806152" cy="1686872"/>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She locked Hansel in a cage and ordered Gretel to heat the oven. But just when the              bent down to check the fire, Gretel pushed her from behind and locked the oven door. </a:t>
              </a:r>
              <a:endParaRPr lang="en-GB" sz="2400" dirty="0">
                <a:latin typeface="Mali" panose="00000500000000000000" pitchFamily="2" charset="-34"/>
                <a:cs typeface="Mali" panose="00000500000000000000" pitchFamily="2" charset="-34"/>
              </a:endParaRPr>
            </a:p>
          </p:txBody>
        </p:sp>
        <p:sp>
          <p:nvSpPr>
            <p:cNvPr id="6" name="Rounded Rectangle 5">
              <a:extLst>
                <a:ext uri="{FF2B5EF4-FFF2-40B4-BE49-F238E27FC236}">
                  <a16:creationId xmlns:a16="http://schemas.microsoft.com/office/drawing/2014/main" id="{9F4D69A4-D438-DD4A-B12B-B50E448D5FA9}"/>
                </a:ext>
              </a:extLst>
            </p:cNvPr>
            <p:cNvSpPr/>
            <p:nvPr/>
          </p:nvSpPr>
          <p:spPr>
            <a:xfrm>
              <a:off x="-520636" y="4117991"/>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0" name="Picture 9" descr="A picture containing toy, doll&#10;&#10;Description automatically generated">
            <a:extLst>
              <a:ext uri="{FF2B5EF4-FFF2-40B4-BE49-F238E27FC236}">
                <a16:creationId xmlns:a16="http://schemas.microsoft.com/office/drawing/2014/main" id="{31B8F2A1-CF1B-6642-9F8D-8AF1B3ACA1D3}"/>
              </a:ext>
            </a:extLst>
          </p:cNvPr>
          <p:cNvPicPr>
            <a:picLocks noChangeAspect="1"/>
          </p:cNvPicPr>
          <p:nvPr/>
        </p:nvPicPr>
        <p:blipFill>
          <a:blip r:embed="rId2"/>
          <a:stretch>
            <a:fillRect/>
          </a:stretch>
        </p:blipFill>
        <p:spPr>
          <a:xfrm>
            <a:off x="5565228" y="2784290"/>
            <a:ext cx="4395536" cy="3276672"/>
          </a:xfrm>
          <a:prstGeom prst="rect">
            <a:avLst/>
          </a:prstGeom>
        </p:spPr>
      </p:pic>
      <p:pic>
        <p:nvPicPr>
          <p:cNvPr id="12" name="Picture 11" descr="A picture containing drawing&#10;&#10;Description automatically generated">
            <a:extLst>
              <a:ext uri="{FF2B5EF4-FFF2-40B4-BE49-F238E27FC236}">
                <a16:creationId xmlns:a16="http://schemas.microsoft.com/office/drawing/2014/main" id="{2F4B0043-4990-D94E-A3E8-BC67AF0C547A}"/>
              </a:ext>
            </a:extLst>
          </p:cNvPr>
          <p:cNvPicPr>
            <a:picLocks noChangeAspect="1"/>
          </p:cNvPicPr>
          <p:nvPr/>
        </p:nvPicPr>
        <p:blipFill>
          <a:blip r:embed="rId3"/>
          <a:stretch>
            <a:fillRect/>
          </a:stretch>
        </p:blipFill>
        <p:spPr>
          <a:xfrm>
            <a:off x="2391760" y="2556576"/>
            <a:ext cx="2164474" cy="3504386"/>
          </a:xfrm>
          <a:prstGeom prst="rect">
            <a:avLst/>
          </a:prstGeom>
        </p:spPr>
      </p:pic>
    </p:spTree>
    <p:extLst>
      <p:ext uri="{BB962C8B-B14F-4D97-AF65-F5344CB8AC3E}">
        <p14:creationId xmlns:p14="http://schemas.microsoft.com/office/powerpoint/2010/main" val="2593270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5BFD802-6050-6841-98B7-9740EC948086}"/>
              </a:ext>
            </a:extLst>
          </p:cNvPr>
          <p:cNvGrpSpPr/>
          <p:nvPr/>
        </p:nvGrpSpPr>
        <p:grpSpPr>
          <a:xfrm>
            <a:off x="6978869" y="1866028"/>
            <a:ext cx="3920004" cy="2810634"/>
            <a:chOff x="1396093" y="3429206"/>
            <a:chExt cx="3920004" cy="2810634"/>
          </a:xfrm>
        </p:grpSpPr>
        <p:sp>
          <p:nvSpPr>
            <p:cNvPr id="2" name="Rectangle 1">
              <a:extLst>
                <a:ext uri="{FF2B5EF4-FFF2-40B4-BE49-F238E27FC236}">
                  <a16:creationId xmlns:a16="http://schemas.microsoft.com/office/drawing/2014/main" id="{29A40961-D520-E741-8FB3-7DEF48D3FCB2}"/>
                </a:ext>
              </a:extLst>
            </p:cNvPr>
            <p:cNvSpPr/>
            <p:nvPr/>
          </p:nvSpPr>
          <p:spPr>
            <a:xfrm>
              <a:off x="1396093" y="3429206"/>
              <a:ext cx="3920004" cy="2794868"/>
            </a:xfrm>
            <a:prstGeom prst="rect">
              <a:avLst/>
            </a:prstGeom>
          </p:spPr>
          <p:txBody>
            <a:bodyPr wrap="square">
              <a:spAutoFit/>
            </a:bodyPr>
            <a:lstStyle/>
            <a:p>
              <a:pPr>
                <a:lnSpc>
                  <a:spcPct val="150000"/>
                </a:lnSpc>
              </a:pPr>
              <a:r>
                <a:rPr lang="en-US" sz="2400" dirty="0">
                  <a:latin typeface="Mali" panose="00000500000000000000" pitchFamily="2" charset="-34"/>
                  <a:cs typeface="Mali" panose="00000500000000000000" pitchFamily="2" charset="-34"/>
                </a:rPr>
                <a:t>Gretel had saved Hansel and herself! Then, the brother and              filled their pockets with the               gold. </a:t>
              </a:r>
            </a:p>
          </p:txBody>
        </p:sp>
        <p:sp>
          <p:nvSpPr>
            <p:cNvPr id="8" name="Rounded Rectangle 7">
              <a:extLst>
                <a:ext uri="{FF2B5EF4-FFF2-40B4-BE49-F238E27FC236}">
                  <a16:creationId xmlns:a16="http://schemas.microsoft.com/office/drawing/2014/main" id="{B349A151-A2BF-4C40-A6DE-03855394FBEE}"/>
                </a:ext>
              </a:extLst>
            </p:cNvPr>
            <p:cNvSpPr/>
            <p:nvPr/>
          </p:nvSpPr>
          <p:spPr>
            <a:xfrm>
              <a:off x="2121002" y="5804411"/>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a:extLst>
                <a:ext uri="{FF2B5EF4-FFF2-40B4-BE49-F238E27FC236}">
                  <a16:creationId xmlns:a16="http://schemas.microsoft.com/office/drawing/2014/main" id="{B4C59286-468D-4744-A438-B029973822C9}"/>
                </a:ext>
              </a:extLst>
            </p:cNvPr>
            <p:cNvSpPr/>
            <p:nvPr/>
          </p:nvSpPr>
          <p:spPr>
            <a:xfrm>
              <a:off x="4038714" y="4640457"/>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5" name="Picture 4" descr="A picture containing toy, doll&#10;&#10;Description automatically generated">
            <a:extLst>
              <a:ext uri="{FF2B5EF4-FFF2-40B4-BE49-F238E27FC236}">
                <a16:creationId xmlns:a16="http://schemas.microsoft.com/office/drawing/2014/main" id="{04D0A117-DB29-D84D-88F7-3E803F7EE6CC}"/>
              </a:ext>
            </a:extLst>
          </p:cNvPr>
          <p:cNvPicPr>
            <a:picLocks noChangeAspect="1"/>
          </p:cNvPicPr>
          <p:nvPr/>
        </p:nvPicPr>
        <p:blipFill>
          <a:blip r:embed="rId2"/>
          <a:stretch>
            <a:fillRect/>
          </a:stretch>
        </p:blipFill>
        <p:spPr>
          <a:xfrm>
            <a:off x="904167" y="1355917"/>
            <a:ext cx="5780412" cy="4018999"/>
          </a:xfrm>
          <a:prstGeom prst="rect">
            <a:avLst/>
          </a:prstGeom>
        </p:spPr>
      </p:pic>
    </p:spTree>
    <p:extLst>
      <p:ext uri="{BB962C8B-B14F-4D97-AF65-F5344CB8AC3E}">
        <p14:creationId xmlns:p14="http://schemas.microsoft.com/office/powerpoint/2010/main" val="256279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5BFD802-6050-6841-98B7-9740EC948086}"/>
              </a:ext>
            </a:extLst>
          </p:cNvPr>
          <p:cNvGrpSpPr/>
          <p:nvPr/>
        </p:nvGrpSpPr>
        <p:grpSpPr>
          <a:xfrm>
            <a:off x="1351048" y="750628"/>
            <a:ext cx="6164343" cy="2240870"/>
            <a:chOff x="1396093" y="3429206"/>
            <a:chExt cx="6164343" cy="2240870"/>
          </a:xfrm>
        </p:grpSpPr>
        <p:sp>
          <p:nvSpPr>
            <p:cNvPr id="2" name="Rectangle 1">
              <a:extLst>
                <a:ext uri="{FF2B5EF4-FFF2-40B4-BE49-F238E27FC236}">
                  <a16:creationId xmlns:a16="http://schemas.microsoft.com/office/drawing/2014/main" id="{29A40961-D520-E741-8FB3-7DEF48D3FCB2}"/>
                </a:ext>
              </a:extLst>
            </p:cNvPr>
            <p:cNvSpPr/>
            <p:nvPr/>
          </p:nvSpPr>
          <p:spPr>
            <a:xfrm>
              <a:off x="1396093" y="3429206"/>
              <a:ext cx="6164343" cy="2240870"/>
            </a:xfrm>
            <a:prstGeom prst="rect">
              <a:avLst/>
            </a:prstGeom>
          </p:spPr>
          <p:txBody>
            <a:bodyPr wrap="square">
              <a:spAutoFit/>
            </a:bodyPr>
            <a:lstStyle/>
            <a:p>
              <a:pPr>
                <a:lnSpc>
                  <a:spcPct val="150000"/>
                </a:lnSpc>
                <a:spcBef>
                  <a:spcPts val="1200"/>
                </a:spcBef>
              </a:pPr>
              <a:r>
                <a:rPr lang="en-US" sz="2400" dirty="0">
                  <a:latin typeface="Mali" panose="00000500000000000000" pitchFamily="2" charset="-34"/>
                  <a:cs typeface="Mali" panose="00000500000000000000" pitchFamily="2" charset="-34"/>
                </a:rPr>
                <a:t>Hansel and Gretel returned home. They gave the gold to their              to buy food, and they were never hungry again.  </a:t>
              </a:r>
              <a:endParaRPr lang="en-GB" sz="2400" dirty="0">
                <a:latin typeface="Mali" panose="00000500000000000000" pitchFamily="2" charset="-34"/>
                <a:cs typeface="Mali" panose="00000500000000000000" pitchFamily="2" charset="-34"/>
              </a:endParaRPr>
            </a:p>
          </p:txBody>
        </p:sp>
        <p:sp>
          <p:nvSpPr>
            <p:cNvPr id="6" name="Rounded Rectangle 5">
              <a:extLst>
                <a:ext uri="{FF2B5EF4-FFF2-40B4-BE49-F238E27FC236}">
                  <a16:creationId xmlns:a16="http://schemas.microsoft.com/office/drawing/2014/main" id="{9F4D69A4-D438-DD4A-B12B-B50E448D5FA9}"/>
                </a:ext>
              </a:extLst>
            </p:cNvPr>
            <p:cNvSpPr/>
            <p:nvPr/>
          </p:nvSpPr>
          <p:spPr>
            <a:xfrm>
              <a:off x="5599477" y="4114212"/>
              <a:ext cx="1230085" cy="435429"/>
            </a:xfrm>
            <a:prstGeom prst="roundRect">
              <a:avLst/>
            </a:prstGeom>
            <a:solidFill>
              <a:schemeClr val="accent1">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dirty="0"/>
            </a:p>
          </p:txBody>
        </p:sp>
      </p:grpSp>
      <p:grpSp>
        <p:nvGrpSpPr>
          <p:cNvPr id="13" name="Group 12">
            <a:extLst>
              <a:ext uri="{FF2B5EF4-FFF2-40B4-BE49-F238E27FC236}">
                <a16:creationId xmlns:a16="http://schemas.microsoft.com/office/drawing/2014/main" id="{D1DF02D8-47D6-DA4A-BF4A-BFC7B50F03CC}"/>
              </a:ext>
            </a:extLst>
          </p:cNvPr>
          <p:cNvGrpSpPr/>
          <p:nvPr/>
        </p:nvGrpSpPr>
        <p:grpSpPr>
          <a:xfrm>
            <a:off x="2205218" y="750628"/>
            <a:ext cx="8539857" cy="5669092"/>
            <a:chOff x="171465" y="756772"/>
            <a:chExt cx="8539857" cy="5669092"/>
          </a:xfrm>
        </p:grpSpPr>
        <p:pic>
          <p:nvPicPr>
            <p:cNvPr id="10" name="Picture 9" descr="A close up of a toy&#10;&#10;Description automatically generated">
              <a:extLst>
                <a:ext uri="{FF2B5EF4-FFF2-40B4-BE49-F238E27FC236}">
                  <a16:creationId xmlns:a16="http://schemas.microsoft.com/office/drawing/2014/main" id="{85A23A90-FCED-7046-AB9D-B66CF3B68274}"/>
                </a:ext>
              </a:extLst>
            </p:cNvPr>
            <p:cNvPicPr>
              <a:picLocks noChangeAspect="1"/>
            </p:cNvPicPr>
            <p:nvPr/>
          </p:nvPicPr>
          <p:blipFill>
            <a:blip r:embed="rId2"/>
            <a:stretch>
              <a:fillRect/>
            </a:stretch>
          </p:blipFill>
          <p:spPr>
            <a:xfrm>
              <a:off x="1031687" y="2625877"/>
              <a:ext cx="3955088" cy="3799987"/>
            </a:xfrm>
            <a:prstGeom prst="rect">
              <a:avLst/>
            </a:prstGeom>
          </p:spPr>
        </p:pic>
        <p:pic>
          <p:nvPicPr>
            <p:cNvPr id="12" name="Picture 11" descr="A picture containing toy, doll, man, holding&#10;&#10;Description automatically generated">
              <a:extLst>
                <a:ext uri="{FF2B5EF4-FFF2-40B4-BE49-F238E27FC236}">
                  <a16:creationId xmlns:a16="http://schemas.microsoft.com/office/drawing/2014/main" id="{2793D15A-1442-8B45-B7B2-7F9D14DA19FC}"/>
                </a:ext>
              </a:extLst>
            </p:cNvPr>
            <p:cNvPicPr>
              <a:picLocks noChangeAspect="1"/>
            </p:cNvPicPr>
            <p:nvPr/>
          </p:nvPicPr>
          <p:blipFill>
            <a:blip r:embed="rId3"/>
            <a:stretch>
              <a:fillRect/>
            </a:stretch>
          </p:blipFill>
          <p:spPr>
            <a:xfrm>
              <a:off x="5481638" y="756772"/>
              <a:ext cx="3229684" cy="5315138"/>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8AC9ACD4-8AEB-4747-9218-241A37B7EE7C}"/>
                </a:ext>
              </a:extLst>
            </p:cNvPr>
            <p:cNvPicPr>
              <a:picLocks noChangeAspect="1"/>
            </p:cNvPicPr>
            <p:nvPr/>
          </p:nvPicPr>
          <p:blipFill>
            <a:blip r:embed="rId4"/>
            <a:stretch>
              <a:fillRect/>
            </a:stretch>
          </p:blipFill>
          <p:spPr>
            <a:xfrm>
              <a:off x="171465" y="4861124"/>
              <a:ext cx="743332" cy="1189330"/>
            </a:xfrm>
            <a:prstGeom prst="rect">
              <a:avLst/>
            </a:prstGeom>
          </p:spPr>
        </p:pic>
      </p:grpSp>
    </p:spTree>
    <p:extLst>
      <p:ext uri="{BB962C8B-B14F-4D97-AF65-F5344CB8AC3E}">
        <p14:creationId xmlns:p14="http://schemas.microsoft.com/office/powerpoint/2010/main" val="3352176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1055</TotalTime>
  <Words>289</Words>
  <Application>Microsoft Macintosh PowerPoint</Application>
  <PresentationFormat>Widescreen</PresentationFormat>
  <Paragraphs>16</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Londrina Solid</vt:lpstr>
      <vt:lpstr>Mali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Yvonne Qiu</dc:creator>
  <cp:lastModifiedBy>Jiang Yi</cp:lastModifiedBy>
  <cp:revision>7</cp:revision>
  <dcterms:created xsi:type="dcterms:W3CDTF">2020-06-04T08:32:40Z</dcterms:created>
  <dcterms:modified xsi:type="dcterms:W3CDTF">2026-05-13T14:50:16Z</dcterms:modified>
</cp:coreProperties>
</file>