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634" r:id="rId2"/>
    <p:sldId id="755" r:id="rId3"/>
    <p:sldId id="682" r:id="rId4"/>
    <p:sldId id="750" r:id="rId5"/>
    <p:sldId id="756" r:id="rId6"/>
    <p:sldId id="751" r:id="rId7"/>
    <p:sldId id="752" r:id="rId8"/>
    <p:sldId id="757" r:id="rId9"/>
    <p:sldId id="758" r:id="rId10"/>
    <p:sldId id="753" r:id="rId11"/>
    <p:sldId id="759" r:id="rId12"/>
    <p:sldId id="75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80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D9A1B1-3E4A-D54F-AAC3-0AA963318E41}" v="2" dt="2026-05-13T14:52:45.1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58"/>
    <p:restoredTop sz="96208"/>
  </p:normalViewPr>
  <p:slideViewPr>
    <p:cSldViewPr snapToGrid="0" snapToObjects="1">
      <p:cViewPr varScale="1">
        <p:scale>
          <a:sx n="91" d="100"/>
          <a:sy n="91" d="100"/>
        </p:scale>
        <p:origin x="208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ng Yi" userId="1a36fce7-f8d6-4f23-a5f4-90870a727310" providerId="ADAL" clId="{136F5FE5-42F3-5D89-B40C-34EFEE9226B7}"/>
    <pc:docChg chg="custSel modSld">
      <pc:chgData name="Jiang Yi" userId="1a36fce7-f8d6-4f23-a5f4-90870a727310" providerId="ADAL" clId="{136F5FE5-42F3-5D89-B40C-34EFEE9226B7}" dt="2026-05-13T14:53:06.766" v="23" actId="478"/>
      <pc:docMkLst>
        <pc:docMk/>
      </pc:docMkLst>
      <pc:sldChg chg="addSp delSp modSp mod">
        <pc:chgData name="Jiang Yi" userId="1a36fce7-f8d6-4f23-a5f4-90870a727310" providerId="ADAL" clId="{136F5FE5-42F3-5D89-B40C-34EFEE9226B7}" dt="2026-05-13T14:52:38.596" v="12" actId="478"/>
        <pc:sldMkLst>
          <pc:docMk/>
          <pc:sldMk cId="1192095240" sldId="682"/>
        </pc:sldMkLst>
        <pc:spChg chg="add mod">
          <ac:chgData name="Jiang Yi" userId="1a36fce7-f8d6-4f23-a5f4-90870a727310" providerId="ADAL" clId="{136F5FE5-42F3-5D89-B40C-34EFEE9226B7}" dt="2026-05-13T14:52:34.075" v="11" actId="14100"/>
          <ac:spMkLst>
            <pc:docMk/>
            <pc:sldMk cId="1192095240" sldId="682"/>
            <ac:spMk id="4" creationId="{0F9F1FEC-3881-37C1-7F2D-C44FFDCC904A}"/>
          </ac:spMkLst>
        </pc:spChg>
        <pc:grpChg chg="del">
          <ac:chgData name="Jiang Yi" userId="1a36fce7-f8d6-4f23-a5f4-90870a727310" providerId="ADAL" clId="{136F5FE5-42F3-5D89-B40C-34EFEE9226B7}" dt="2026-05-13T14:52:38.596" v="12" actId="478"/>
          <ac:grpSpMkLst>
            <pc:docMk/>
            <pc:sldMk cId="1192095240" sldId="682"/>
            <ac:grpSpMk id="12" creationId="{943C6882-2145-E145-901A-D52BB2F350F0}"/>
          </ac:grpSpMkLst>
        </pc:grpChg>
        <pc:picChg chg="del">
          <ac:chgData name="Jiang Yi" userId="1a36fce7-f8d6-4f23-a5f4-90870a727310" providerId="ADAL" clId="{136F5FE5-42F3-5D89-B40C-34EFEE9226B7}" dt="2026-05-13T14:52:27.571" v="7" actId="478"/>
          <ac:picMkLst>
            <pc:docMk/>
            <pc:sldMk cId="1192095240" sldId="682"/>
            <ac:picMk id="8" creationId="{CE4171ED-FD55-764E-8E75-A289F3E8240A}"/>
          </ac:picMkLst>
        </pc:picChg>
        <pc:picChg chg="del">
          <ac:chgData name="Jiang Yi" userId="1a36fce7-f8d6-4f23-a5f4-90870a727310" providerId="ADAL" clId="{136F5FE5-42F3-5D89-B40C-34EFEE9226B7}" dt="2026-05-13T14:52:27.571" v="7" actId="478"/>
          <ac:picMkLst>
            <pc:docMk/>
            <pc:sldMk cId="1192095240" sldId="682"/>
            <ac:picMk id="11" creationId="{51A499FA-9F4F-F349-82D2-E254A10B5734}"/>
          </ac:picMkLst>
        </pc:picChg>
        <pc:picChg chg="del">
          <ac:chgData name="Jiang Yi" userId="1a36fce7-f8d6-4f23-a5f4-90870a727310" providerId="ADAL" clId="{136F5FE5-42F3-5D89-B40C-34EFEE9226B7}" dt="2026-05-13T14:52:27.571" v="7" actId="478"/>
          <ac:picMkLst>
            <pc:docMk/>
            <pc:sldMk cId="1192095240" sldId="682"/>
            <ac:picMk id="14" creationId="{5D26DA01-1CC2-0942-8490-473CAB748E63}"/>
          </ac:picMkLst>
        </pc:picChg>
      </pc:sldChg>
      <pc:sldChg chg="addSp delSp modSp mod">
        <pc:chgData name="Jiang Yi" userId="1a36fce7-f8d6-4f23-a5f4-90870a727310" providerId="ADAL" clId="{136F5FE5-42F3-5D89-B40C-34EFEE9226B7}" dt="2026-05-13T14:53:06.766" v="23" actId="478"/>
        <pc:sldMkLst>
          <pc:docMk/>
          <pc:sldMk cId="3605920135" sldId="750"/>
        </pc:sldMkLst>
        <pc:spChg chg="add mod">
          <ac:chgData name="Jiang Yi" userId="1a36fce7-f8d6-4f23-a5f4-90870a727310" providerId="ADAL" clId="{136F5FE5-42F3-5D89-B40C-34EFEE9226B7}" dt="2026-05-13T14:53:03.856" v="22" actId="1076"/>
          <ac:spMkLst>
            <pc:docMk/>
            <pc:sldMk cId="3605920135" sldId="750"/>
            <ac:spMk id="5" creationId="{28D42C7A-2608-4B2B-1A16-6275A2043850}"/>
          </ac:spMkLst>
        </pc:spChg>
        <pc:grpChg chg="del">
          <ac:chgData name="Jiang Yi" userId="1a36fce7-f8d6-4f23-a5f4-90870a727310" providerId="ADAL" clId="{136F5FE5-42F3-5D89-B40C-34EFEE9226B7}" dt="2026-05-13T14:53:06.766" v="23" actId="478"/>
          <ac:grpSpMkLst>
            <pc:docMk/>
            <pc:sldMk cId="3605920135" sldId="750"/>
            <ac:grpSpMk id="4" creationId="{3D53D0EB-B4DE-8C47-A56D-44E1CA31D854}"/>
          </ac:grpSpMkLst>
        </pc:grpChg>
        <pc:picChg chg="del">
          <ac:chgData name="Jiang Yi" userId="1a36fce7-f8d6-4f23-a5f4-90870a727310" providerId="ADAL" clId="{136F5FE5-42F3-5D89-B40C-34EFEE9226B7}" dt="2026-05-13T14:52:44.344" v="13" actId="478"/>
          <ac:picMkLst>
            <pc:docMk/>
            <pc:sldMk cId="3605920135" sldId="750"/>
            <ac:picMk id="7" creationId="{E715A1CD-39AC-FA4C-AD78-02032B12CEAE}"/>
          </ac:picMkLst>
        </pc:picChg>
        <pc:picChg chg="del">
          <ac:chgData name="Jiang Yi" userId="1a36fce7-f8d6-4f23-a5f4-90870a727310" providerId="ADAL" clId="{136F5FE5-42F3-5D89-B40C-34EFEE9226B7}" dt="2026-05-13T14:52:44.344" v="13" actId="478"/>
          <ac:picMkLst>
            <pc:docMk/>
            <pc:sldMk cId="3605920135" sldId="750"/>
            <ac:picMk id="10" creationId="{2D0B214D-AAFD-204F-9CEE-1B188CD643C7}"/>
          </ac:picMkLst>
        </pc:picChg>
      </pc:sldChg>
      <pc:sldChg chg="addSp delSp modSp mod">
        <pc:chgData name="Jiang Yi" userId="1a36fce7-f8d6-4f23-a5f4-90870a727310" providerId="ADAL" clId="{136F5FE5-42F3-5D89-B40C-34EFEE9226B7}" dt="2026-05-13T14:52:18.785" v="6" actId="478"/>
        <pc:sldMkLst>
          <pc:docMk/>
          <pc:sldMk cId="3847558006" sldId="755"/>
        </pc:sldMkLst>
        <pc:spChg chg="add mod">
          <ac:chgData name="Jiang Yi" userId="1a36fce7-f8d6-4f23-a5f4-90870a727310" providerId="ADAL" clId="{136F5FE5-42F3-5D89-B40C-34EFEE9226B7}" dt="2026-05-13T14:52:14.196" v="5" actId="14100"/>
          <ac:spMkLst>
            <pc:docMk/>
            <pc:sldMk cId="3847558006" sldId="755"/>
            <ac:spMk id="3" creationId="{1D889E64-5225-F46C-1E23-A6D5A49FACA3}"/>
          </ac:spMkLst>
        </pc:spChg>
        <pc:grpChg chg="del">
          <ac:chgData name="Jiang Yi" userId="1a36fce7-f8d6-4f23-a5f4-90870a727310" providerId="ADAL" clId="{136F5FE5-42F3-5D89-B40C-34EFEE9226B7}" dt="2026-05-13T14:52:18.785" v="6" actId="478"/>
          <ac:grpSpMkLst>
            <pc:docMk/>
            <pc:sldMk cId="3847558006" sldId="755"/>
            <ac:grpSpMk id="12" creationId="{86721F36-C8AD-AD42-92C6-4B13A8E4609D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423D3-F5C4-444B-864B-003279425C42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70357F-9C9F-6545-89E9-C3437FEE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923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D6D51-16AE-454A-A291-821C8ADB9C1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826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831A6-F758-1C4B-BF42-661E2442A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A9087-25AE-0E47-8F48-7DD3314C5E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48194-D0A9-DC47-BDC4-31FA2C5B7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134-008B-4D40-A410-D9DE7DE5D0BF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647B-D6C4-F243-AAAA-BED300FB6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209C3-44DB-E64F-9F89-A5C86C0DC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CBA7-5515-4242-A6CD-D19F1C7AC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622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67D50-C3F3-CF4D-AFB1-BF3ECB4BE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FF73F-DF1E-6646-B211-D1E1CF97B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AD583-9A71-2C41-884F-E7E03E743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134-008B-4D40-A410-D9DE7DE5D0BF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D7ADF-A215-D24B-84E4-7DD1BA34F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AB179-119C-2545-A7EC-46D75523A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CBA7-5515-4242-A6CD-D19F1C7AC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85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18AEF-8D20-CD40-9448-D38BDB1E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3FF85-A2E2-924C-9C22-0ED012C31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476D2-8DAE-3F4A-88EF-879D52637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134-008B-4D40-A410-D9DE7DE5D0BF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DA91F-F009-8E4B-A956-BAAF0F4C4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8FB72-0596-2B48-BDA4-F61016C8A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CBA7-5515-4242-A6CD-D19F1C7AC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983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BDB10-4523-2049-A134-2AC1FC8AF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68090-6CE6-5047-B548-A2A326F5B5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797D90-FDBB-9E4F-B49A-4948BA254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B1A92-9244-024E-B4F8-AD776FD29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134-008B-4D40-A410-D9DE7DE5D0BF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AD2C0-8F94-9243-94B2-96C3A097B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65728-53B8-8446-ABBF-9A602D80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CBA7-5515-4242-A6CD-D19F1C7AC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1626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A4945-C843-7440-8EE0-2F87C84BC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CE917-6342-664D-B080-2B5D56188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C5311-7E63-6346-B7EA-2955DCFE0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12022D-F2B8-3E4F-AD8D-BF366DBEF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EC51C-843D-6849-8637-3EF453DCD2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B815D7-1267-6F4F-B2F8-627512649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134-008B-4D40-A410-D9DE7DE5D0BF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BA2402-E2D7-BC44-906C-9F1133004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A452B5-4438-374D-802C-068BE70B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CBA7-5515-4242-A6CD-D19F1C7AC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363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428B3-19BE-3E4C-8A47-399A3130F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7D8DE-DF7F-924C-A820-3612E9F0C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134-008B-4D40-A410-D9DE7DE5D0BF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2EE0A-5652-AF41-BE0A-27264E4D3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2BBC1-B52C-B643-8AA1-C24861303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CBA7-5515-4242-A6CD-D19F1C7AC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4682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0F29FF-EDC1-2747-995E-590CE2E7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134-008B-4D40-A410-D9DE7DE5D0BF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208BBA-9AFD-624D-BBA7-6EEADB460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472EA-3EF5-9243-8B6C-32E5261D8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CBA7-5515-4242-A6CD-D19F1C7AC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246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CBD5-3E29-BE45-B4E4-A6517704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79780-5FC0-774D-AEF1-1FD910F36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65604F-0EE2-2746-AA40-AD6B1AB93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BD5BB-B2E0-1348-9207-EBC789B39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134-008B-4D40-A410-D9DE7DE5D0BF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D2073-B150-E44D-B711-2777A1216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C5FA9-C4A0-B94A-8ABB-486E107EF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CBA7-5515-4242-A6CD-D19F1C7AC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107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4C443-B95A-F543-923E-0DF5AC174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33A0EF-D0E9-AE49-9BAD-7008DEEB45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04E14-0F5B-8F45-B714-F0A0228F2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EFD8-A9E6-DC49-BB81-6EFA4492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134-008B-4D40-A410-D9DE7DE5D0BF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E8BE7-7D2A-8044-A828-B5CB982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3FCD8-7B20-F740-AF3B-B5C2728ED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CBA7-5515-4242-A6CD-D19F1C7AC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893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E2099-2B19-B943-B910-8BD6EFE69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60127-7CDD-3143-866C-F914F24068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EA0F1-0D37-5E4E-9ABE-409098C80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134-008B-4D40-A410-D9DE7DE5D0BF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4555F-B83A-4243-A1A6-A8561C74B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C012F-4B86-1348-A7AC-9F0584B35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CBA7-5515-4242-A6CD-D19F1C7AC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2493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6E4153-E0D1-6548-AC99-D140F0B64E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3DE2C-91DF-9D43-AA0D-8BCEA676D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0B2A6-9932-7C43-997D-322752AAF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134-008B-4D40-A410-D9DE7DE5D0BF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231B3-0FF3-8A49-A8B0-2AD48AC38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3B833-F507-9E4E-AA2F-3D07A44D5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ECBA7-5515-4242-A6CD-D19F1C7AC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855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61C4E7-C67B-504B-B65F-C3B748BFC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15410-53A4-CA48-BF90-6553879E5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03448-B959-9242-A8DB-ADC657C6E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EF134-008B-4D40-A410-D9DE7DE5D0BF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A840D-D897-2E43-9939-DA3BAC153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EC62D-C6E8-B44B-BA6E-49F7A2A2B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ECBA7-5515-4242-A6CD-D19F1C7AC9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663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F231B9-48E6-7D42-B766-B7D9DBA31058}"/>
              </a:ext>
            </a:extLst>
          </p:cNvPr>
          <p:cNvSpPr txBox="1"/>
          <p:nvPr/>
        </p:nvSpPr>
        <p:spPr>
          <a:xfrm>
            <a:off x="4413587" y="2812964"/>
            <a:ext cx="66042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0" dirty="0">
                <a:solidFill>
                  <a:schemeClr val="bg1"/>
                </a:solidFill>
                <a:latin typeface="Londrina Solid" panose="02000506000000020003" pitchFamily="2" charset="0"/>
              </a:rPr>
              <a:t>Hansel and Gretel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EA2753-562A-B442-AE8F-A69E76F69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035" y="2305616"/>
            <a:ext cx="2544312" cy="241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38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8D0E25-E596-934D-893F-F09C6C195CC3}"/>
              </a:ext>
            </a:extLst>
          </p:cNvPr>
          <p:cNvSpPr txBox="1"/>
          <p:nvPr/>
        </p:nvSpPr>
        <p:spPr>
          <a:xfrm>
            <a:off x="2767414" y="5641096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Mali" pitchFamily="2" charset="-34"/>
                <a:cs typeface="Mali" pitchFamily="2" charset="-34"/>
              </a:rPr>
              <a:t>Hansel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91399C-C814-2C43-AF18-34E905AC2A9A}"/>
              </a:ext>
            </a:extLst>
          </p:cNvPr>
          <p:cNvSpPr txBox="1"/>
          <p:nvPr/>
        </p:nvSpPr>
        <p:spPr>
          <a:xfrm>
            <a:off x="5299660" y="5641096"/>
            <a:ext cx="156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Mali" pitchFamily="2" charset="-34"/>
                <a:cs typeface="Mali" pitchFamily="2" charset="-34"/>
              </a:rPr>
              <a:t>Gretel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889E64-5225-F46C-1E23-A6D5A49FACA3}"/>
              </a:ext>
            </a:extLst>
          </p:cNvPr>
          <p:cNvSpPr/>
          <p:nvPr/>
        </p:nvSpPr>
        <p:spPr>
          <a:xfrm>
            <a:off x="1364566" y="998807"/>
            <a:ext cx="5190979" cy="4418062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558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9F1FEC-3881-37C1-7F2D-C44FFDCC904A}"/>
              </a:ext>
            </a:extLst>
          </p:cNvPr>
          <p:cNvSpPr/>
          <p:nvPr/>
        </p:nvSpPr>
        <p:spPr>
          <a:xfrm>
            <a:off x="6393394" y="1052330"/>
            <a:ext cx="5190979" cy="4813897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95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D42C7A-2608-4B2B-1A16-6275A2043850}"/>
              </a:ext>
            </a:extLst>
          </p:cNvPr>
          <p:cNvSpPr/>
          <p:nvPr/>
        </p:nvSpPr>
        <p:spPr>
          <a:xfrm>
            <a:off x="1122618" y="328374"/>
            <a:ext cx="10297550" cy="4024874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20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D53D0EB-B4DE-8C47-A56D-44E1CA31D854}"/>
              </a:ext>
            </a:extLst>
          </p:cNvPr>
          <p:cNvGrpSpPr/>
          <p:nvPr/>
        </p:nvGrpSpPr>
        <p:grpSpPr>
          <a:xfrm>
            <a:off x="6795519" y="2959679"/>
            <a:ext cx="4877325" cy="2794868"/>
            <a:chOff x="963387" y="3343478"/>
            <a:chExt cx="4664290" cy="279486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9A40961-D520-E741-8FB3-7DEF48D3FCB2}"/>
                </a:ext>
              </a:extLst>
            </p:cNvPr>
            <p:cNvSpPr/>
            <p:nvPr/>
          </p:nvSpPr>
          <p:spPr>
            <a:xfrm>
              <a:off x="963387" y="3343478"/>
              <a:ext cx="4664290" cy="27948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Bef>
                  <a:spcPts val="1200"/>
                </a:spcBef>
              </a:pPr>
              <a:r>
                <a:rPr lang="en-US" sz="2400" dirty="0">
                  <a:latin typeface="Mali" panose="00000500000000000000" pitchFamily="2" charset="-34"/>
                  <a:cs typeface="Mali" panose="00000500000000000000" pitchFamily="2" charset="-34"/>
                </a:rPr>
                <a:t>Their              and stepmother were surprised to see them back. They decided to take them deeper into the forest once again.  </a:t>
              </a:r>
              <a:endParaRPr lang="en-GB" sz="2400" dirty="0">
                <a:latin typeface="Mali" panose="00000500000000000000" pitchFamily="2" charset="-34"/>
                <a:cs typeface="Mali" panose="00000500000000000000" pitchFamily="2" charset="-34"/>
              </a:endParaRPr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E424B582-B4BF-C04D-A9D4-3348DA64408C}"/>
                </a:ext>
              </a:extLst>
            </p:cNvPr>
            <p:cNvSpPr/>
            <p:nvPr/>
          </p:nvSpPr>
          <p:spPr>
            <a:xfrm>
              <a:off x="1827575" y="3445818"/>
              <a:ext cx="1230085" cy="435429"/>
            </a:xfrm>
            <a:prstGeom prst="roundRect">
              <a:avLst/>
            </a:prstGeom>
            <a:solidFill>
              <a:schemeClr val="accent1"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GB"/>
            </a:p>
          </p:txBody>
        </p:sp>
      </p:grpSp>
      <p:pic>
        <p:nvPicPr>
          <p:cNvPr id="11" name="Picture 10" descr="A picture containing toy, doll&#10;&#10;Description automatically generated">
            <a:extLst>
              <a:ext uri="{FF2B5EF4-FFF2-40B4-BE49-F238E27FC236}">
                <a16:creationId xmlns:a16="http://schemas.microsoft.com/office/drawing/2014/main" id="{7ECF4F68-1EE5-4E40-BDC9-783C4A455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291" y="1525479"/>
            <a:ext cx="4041192" cy="4368053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88BF5D09-5FDD-CB42-BD4F-1E4CF6DCE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526" y="550070"/>
            <a:ext cx="3166914" cy="240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85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D53D0EB-B4DE-8C47-A56D-44E1CA31D854}"/>
              </a:ext>
            </a:extLst>
          </p:cNvPr>
          <p:cNvGrpSpPr/>
          <p:nvPr/>
        </p:nvGrpSpPr>
        <p:grpSpPr>
          <a:xfrm>
            <a:off x="1370223" y="825165"/>
            <a:ext cx="4147180" cy="5010859"/>
            <a:chOff x="335858" y="650365"/>
            <a:chExt cx="4147180" cy="501085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9A40961-D520-E741-8FB3-7DEF48D3FCB2}"/>
                </a:ext>
              </a:extLst>
            </p:cNvPr>
            <p:cNvSpPr/>
            <p:nvPr/>
          </p:nvSpPr>
          <p:spPr>
            <a:xfrm>
              <a:off x="335858" y="650365"/>
              <a:ext cx="4147180" cy="50108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latin typeface="Mali" panose="00000500000000000000" pitchFamily="2" charset="-34"/>
                  <a:cs typeface="Mali" panose="00000500000000000000" pitchFamily="2" charset="-34"/>
                </a:rPr>
                <a:t>This time, Hansel and Gretel dropped breadcrumbs because their pebbles were taken by their                   . But sadly, the animals and birds in the forest ate all the crumbs. They were lost in the forest. </a:t>
              </a:r>
              <a:endParaRPr lang="en-GB" sz="2400" dirty="0">
                <a:latin typeface="Mali" panose="00000500000000000000" pitchFamily="2" charset="-34"/>
                <a:cs typeface="Mali" panose="00000500000000000000" pitchFamily="2" charset="-34"/>
              </a:endParaRPr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E424B582-B4BF-C04D-A9D4-3348DA64408C}"/>
                </a:ext>
              </a:extLst>
            </p:cNvPr>
            <p:cNvSpPr/>
            <p:nvPr/>
          </p:nvSpPr>
          <p:spPr>
            <a:xfrm>
              <a:off x="1686445" y="2960646"/>
              <a:ext cx="1723345" cy="435429"/>
            </a:xfrm>
            <a:prstGeom prst="roundRect">
              <a:avLst/>
            </a:prstGeom>
            <a:solidFill>
              <a:schemeClr val="accent1"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82E24DA-9C19-BD49-AAD4-C7569E101A4C}"/>
              </a:ext>
            </a:extLst>
          </p:cNvPr>
          <p:cNvGrpSpPr/>
          <p:nvPr/>
        </p:nvGrpSpPr>
        <p:grpSpPr>
          <a:xfrm>
            <a:off x="6096000" y="1296921"/>
            <a:ext cx="5378774" cy="4547907"/>
            <a:chOff x="5443003" y="1288117"/>
            <a:chExt cx="5378774" cy="4547907"/>
          </a:xfrm>
        </p:grpSpPr>
        <p:pic>
          <p:nvPicPr>
            <p:cNvPr id="18" name="Picture 17" descr="A picture containing toy, doll, drawing&#10;&#10;Description automatically generated">
              <a:extLst>
                <a:ext uri="{FF2B5EF4-FFF2-40B4-BE49-F238E27FC236}">
                  <a16:creationId xmlns:a16="http://schemas.microsoft.com/office/drawing/2014/main" id="{42796266-9EBC-F54F-B278-B15425EC4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65621" y="1288117"/>
              <a:ext cx="2856156" cy="4142713"/>
            </a:xfrm>
            <a:prstGeom prst="rect">
              <a:avLst/>
            </a:prstGeom>
          </p:spPr>
        </p:pic>
        <p:pic>
          <p:nvPicPr>
            <p:cNvPr id="16" name="Picture 15" descr="A picture containing toy, doll, drawing&#10;&#10;Description automatically generated">
              <a:extLst>
                <a:ext uri="{FF2B5EF4-FFF2-40B4-BE49-F238E27FC236}">
                  <a16:creationId xmlns:a16="http://schemas.microsoft.com/office/drawing/2014/main" id="{218279AF-4DC7-EB49-8DA7-8B2813EB6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43003" y="2205186"/>
              <a:ext cx="2370986" cy="3225644"/>
            </a:xfrm>
            <a:prstGeom prst="rect">
              <a:avLst/>
            </a:prstGeom>
          </p:spPr>
        </p:pic>
        <p:pic>
          <p:nvPicPr>
            <p:cNvPr id="12" name="Picture 11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E36375CB-B493-7146-9B52-3A150BBE9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8800043" y="4814816"/>
              <a:ext cx="684609" cy="958453"/>
            </a:xfrm>
            <a:prstGeom prst="rect">
              <a:avLst/>
            </a:prstGeom>
          </p:spPr>
        </p:pic>
        <p:pic>
          <p:nvPicPr>
            <p:cNvPr id="14" name="Picture 13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BACB7415-3142-EF49-B208-73A36CE47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37129" y="4727486"/>
              <a:ext cx="702075" cy="11085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3980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A40961-D520-E741-8FB3-7DEF48D3FCB2}"/>
              </a:ext>
            </a:extLst>
          </p:cNvPr>
          <p:cNvSpPr/>
          <p:nvPr/>
        </p:nvSpPr>
        <p:spPr>
          <a:xfrm>
            <a:off x="7757130" y="2478255"/>
            <a:ext cx="4065093" cy="2240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Mali" panose="00000500000000000000" pitchFamily="2" charset="-34"/>
                <a:cs typeface="Mali" panose="00000500000000000000" pitchFamily="2" charset="-34"/>
              </a:rPr>
              <a:t>Then they came upon a strange house. It was made of chocolates, candies and cookies. </a:t>
            </a:r>
            <a:endParaRPr lang="en-GB" sz="2400" dirty="0">
              <a:latin typeface="Mali" panose="00000500000000000000" pitchFamily="2" charset="-34"/>
              <a:cs typeface="Mali" panose="00000500000000000000" pitchFamily="2" charset="-34"/>
            </a:endParaRPr>
          </a:p>
        </p:txBody>
      </p:sp>
      <p:pic>
        <p:nvPicPr>
          <p:cNvPr id="6" name="Picture 5" descr="A birthday cake&#10;&#10;Description automatically generated">
            <a:extLst>
              <a:ext uri="{FF2B5EF4-FFF2-40B4-BE49-F238E27FC236}">
                <a16:creationId xmlns:a16="http://schemas.microsoft.com/office/drawing/2014/main" id="{677B53A6-B79F-E64E-9CB0-DA926A3050C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62" y="729791"/>
            <a:ext cx="6338385" cy="465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40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A40961-D520-E741-8FB3-7DEF48D3FCB2}"/>
              </a:ext>
            </a:extLst>
          </p:cNvPr>
          <p:cNvSpPr/>
          <p:nvPr/>
        </p:nvSpPr>
        <p:spPr>
          <a:xfrm>
            <a:off x="2051299" y="5441724"/>
            <a:ext cx="8661191" cy="1132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Mali" panose="00000500000000000000" pitchFamily="2" charset="-34"/>
                <a:cs typeface="Mali" panose="00000500000000000000" pitchFamily="2" charset="-34"/>
              </a:rPr>
              <a:t>Hansel and Gretel were so hungry that they started to eat the door, the window and the roof.  </a:t>
            </a:r>
            <a:endParaRPr lang="en-GB" sz="2400" dirty="0">
              <a:latin typeface="Mali" panose="00000500000000000000" pitchFamily="2" charset="-34"/>
              <a:cs typeface="Mali" panose="00000500000000000000" pitchFamily="2" charset="-3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2D7771-A08F-E042-93E4-ABD9126568E9}"/>
              </a:ext>
            </a:extLst>
          </p:cNvPr>
          <p:cNvGrpSpPr/>
          <p:nvPr/>
        </p:nvGrpSpPr>
        <p:grpSpPr>
          <a:xfrm>
            <a:off x="2345005" y="544659"/>
            <a:ext cx="8073778" cy="4475777"/>
            <a:chOff x="2676122" y="258674"/>
            <a:chExt cx="8073778" cy="4475777"/>
          </a:xfrm>
        </p:grpSpPr>
        <p:pic>
          <p:nvPicPr>
            <p:cNvPr id="9" name="Picture 8" descr="A picture containing food, room&#10;&#10;Description automatically generated">
              <a:extLst>
                <a:ext uri="{FF2B5EF4-FFF2-40B4-BE49-F238E27FC236}">
                  <a16:creationId xmlns:a16="http://schemas.microsoft.com/office/drawing/2014/main" id="{E8FEEF71-85B8-8E48-BACF-BC0D686228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15210"/>
            <a:stretch/>
          </p:blipFill>
          <p:spPr>
            <a:xfrm>
              <a:off x="5878286" y="258674"/>
              <a:ext cx="4871614" cy="3972912"/>
            </a:xfrm>
            <a:prstGeom prst="rect">
              <a:avLst/>
            </a:prstGeom>
          </p:spPr>
        </p:pic>
        <p:pic>
          <p:nvPicPr>
            <p:cNvPr id="4" name="Picture 3" descr="A close up of a toy&#10;&#10;Description automatically generated">
              <a:extLst>
                <a:ext uri="{FF2B5EF4-FFF2-40B4-BE49-F238E27FC236}">
                  <a16:creationId xmlns:a16="http://schemas.microsoft.com/office/drawing/2014/main" id="{5A323E29-057E-E642-88DA-415B67B7F5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833434" y="1782640"/>
              <a:ext cx="2087628" cy="2951811"/>
            </a:xfrm>
            <a:prstGeom prst="rect">
              <a:avLst/>
            </a:prstGeom>
          </p:spPr>
        </p:pic>
        <p:pic>
          <p:nvPicPr>
            <p:cNvPr id="7" name="Picture 6" descr="A picture containing toy, doll, drawing&#10;&#10;Description automatically generated">
              <a:extLst>
                <a:ext uri="{FF2B5EF4-FFF2-40B4-BE49-F238E27FC236}">
                  <a16:creationId xmlns:a16="http://schemas.microsoft.com/office/drawing/2014/main" id="{018272B9-B0E1-F246-9686-EDE6239D24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76122" y="1679802"/>
              <a:ext cx="2472622" cy="30546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9658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irthday cake&#10;&#10;Description automatically generated">
            <a:extLst>
              <a:ext uri="{FF2B5EF4-FFF2-40B4-BE49-F238E27FC236}">
                <a16:creationId xmlns:a16="http://schemas.microsoft.com/office/drawing/2014/main" id="{186402A9-A295-D14A-AF50-79FAF64630D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5837" y="510891"/>
            <a:ext cx="4979780" cy="359650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6A68C69-7069-834B-B7A0-202C0E87A51B}"/>
              </a:ext>
            </a:extLst>
          </p:cNvPr>
          <p:cNvGrpSpPr/>
          <p:nvPr/>
        </p:nvGrpSpPr>
        <p:grpSpPr>
          <a:xfrm>
            <a:off x="1752843" y="4642046"/>
            <a:ext cx="9399815" cy="1132874"/>
            <a:chOff x="1396093" y="3429206"/>
            <a:chExt cx="9399815" cy="113287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9A40961-D520-E741-8FB3-7DEF48D3FCB2}"/>
                </a:ext>
              </a:extLst>
            </p:cNvPr>
            <p:cNvSpPr/>
            <p:nvPr/>
          </p:nvSpPr>
          <p:spPr>
            <a:xfrm>
              <a:off x="1396093" y="3429206"/>
              <a:ext cx="9399815" cy="11328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latin typeface="Mali" panose="00000500000000000000" pitchFamily="2" charset="-34"/>
                  <a:cs typeface="Mali" panose="00000500000000000000" pitchFamily="2" charset="-34"/>
                </a:rPr>
                <a:t>The              , whose house it was, caught Hansel and Gretel. These               would be her dinner tonight. </a:t>
              </a:r>
              <a:endParaRPr lang="en-GB" sz="2400" dirty="0">
                <a:latin typeface="Mali" panose="00000500000000000000" pitchFamily="2" charset="-34"/>
                <a:cs typeface="Mali" panose="00000500000000000000" pitchFamily="2" charset="-34"/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BBF07625-2368-3F40-A271-FBDF31B5578A}"/>
                </a:ext>
              </a:extLst>
            </p:cNvPr>
            <p:cNvSpPr/>
            <p:nvPr/>
          </p:nvSpPr>
          <p:spPr>
            <a:xfrm>
              <a:off x="2107326" y="3560214"/>
              <a:ext cx="1230085" cy="435429"/>
            </a:xfrm>
            <a:prstGeom prst="roundRect">
              <a:avLst/>
            </a:prstGeom>
            <a:solidFill>
              <a:schemeClr val="accent1"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F4D69A4-D438-DD4A-B12B-B50E448D5FA9}"/>
                </a:ext>
              </a:extLst>
            </p:cNvPr>
            <p:cNvSpPr/>
            <p:nvPr/>
          </p:nvSpPr>
          <p:spPr>
            <a:xfrm>
              <a:off x="3617234" y="4122504"/>
              <a:ext cx="1230085" cy="435429"/>
            </a:xfrm>
            <a:prstGeom prst="roundRect">
              <a:avLst/>
            </a:prstGeom>
            <a:solidFill>
              <a:schemeClr val="accent1"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1007301-D197-CD4E-BB18-9C10C21813EB}"/>
              </a:ext>
            </a:extLst>
          </p:cNvPr>
          <p:cNvGrpSpPr/>
          <p:nvPr/>
        </p:nvGrpSpPr>
        <p:grpSpPr>
          <a:xfrm>
            <a:off x="1581135" y="1649517"/>
            <a:ext cx="4871616" cy="2772321"/>
            <a:chOff x="1732401" y="2079889"/>
            <a:chExt cx="4805030" cy="273442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ED07A6D-9518-AA4B-A776-D80271920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5410214" y="2143740"/>
              <a:ext cx="1127217" cy="2225282"/>
            </a:xfrm>
            <a:prstGeom prst="rect">
              <a:avLst/>
            </a:prstGeom>
          </p:spPr>
        </p:pic>
        <p:pic>
          <p:nvPicPr>
            <p:cNvPr id="4" name="Picture 3" descr="A close up of a toy&#10;&#10;Description automatically generated">
              <a:extLst>
                <a:ext uri="{FF2B5EF4-FFF2-40B4-BE49-F238E27FC236}">
                  <a16:creationId xmlns:a16="http://schemas.microsoft.com/office/drawing/2014/main" id="{E2AC5AB2-99C8-724F-991C-FB76AE50F5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32401" y="2079889"/>
              <a:ext cx="1857369" cy="2734428"/>
            </a:xfrm>
            <a:prstGeom prst="rect">
              <a:avLst/>
            </a:prstGeom>
          </p:spPr>
        </p:pic>
        <p:pic>
          <p:nvPicPr>
            <p:cNvPr id="12" name="Picture 11" descr="A picture containing toy, doll, drawing&#10;&#10;Description automatically generated">
              <a:extLst>
                <a:ext uri="{FF2B5EF4-FFF2-40B4-BE49-F238E27FC236}">
                  <a16:creationId xmlns:a16="http://schemas.microsoft.com/office/drawing/2014/main" id="{AA38ACAE-0BD1-2C4E-91B8-43BCF00EEE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425912" y="2143741"/>
              <a:ext cx="2170848" cy="26705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6227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6A68C69-7069-834B-B7A0-202C0E87A51B}"/>
              </a:ext>
            </a:extLst>
          </p:cNvPr>
          <p:cNvGrpSpPr/>
          <p:nvPr/>
        </p:nvGrpSpPr>
        <p:grpSpPr>
          <a:xfrm>
            <a:off x="1686911" y="408633"/>
            <a:ext cx="9806152" cy="1686872"/>
            <a:chOff x="-4146329" y="3429206"/>
            <a:chExt cx="9806152" cy="168687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9A40961-D520-E741-8FB3-7DEF48D3FCB2}"/>
                </a:ext>
              </a:extLst>
            </p:cNvPr>
            <p:cNvSpPr/>
            <p:nvPr/>
          </p:nvSpPr>
          <p:spPr>
            <a:xfrm>
              <a:off x="-4146329" y="3429206"/>
              <a:ext cx="9806152" cy="16868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latin typeface="Mali" panose="00000500000000000000" pitchFamily="2" charset="-34"/>
                  <a:cs typeface="Mali" panose="00000500000000000000" pitchFamily="2" charset="-34"/>
                </a:rPr>
                <a:t>She locked Hansel in a cage and ordered Gretel to heat the oven. But just when the              bent down to check the fire, Gretel pushed her from behind and locked the oven door. </a:t>
              </a:r>
              <a:endParaRPr lang="en-GB" sz="2400" dirty="0">
                <a:latin typeface="Mali" panose="00000500000000000000" pitchFamily="2" charset="-34"/>
                <a:cs typeface="Mali" panose="00000500000000000000" pitchFamily="2" charset="-34"/>
              </a:endParaRP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F4D69A4-D438-DD4A-B12B-B50E448D5FA9}"/>
                </a:ext>
              </a:extLst>
            </p:cNvPr>
            <p:cNvSpPr/>
            <p:nvPr/>
          </p:nvSpPr>
          <p:spPr>
            <a:xfrm>
              <a:off x="-520636" y="4117991"/>
              <a:ext cx="1230085" cy="435429"/>
            </a:xfrm>
            <a:prstGeom prst="roundRect">
              <a:avLst/>
            </a:prstGeom>
            <a:solidFill>
              <a:schemeClr val="accent1"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0" name="Picture 9" descr="A picture containing toy, doll&#10;&#10;Description automatically generated">
            <a:extLst>
              <a:ext uri="{FF2B5EF4-FFF2-40B4-BE49-F238E27FC236}">
                <a16:creationId xmlns:a16="http://schemas.microsoft.com/office/drawing/2014/main" id="{31B8F2A1-CF1B-6642-9F8D-8AF1B3ACA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228" y="2784290"/>
            <a:ext cx="4395536" cy="3276672"/>
          </a:xfrm>
          <a:prstGeom prst="rect">
            <a:avLst/>
          </a:prstGeom>
        </p:spPr>
      </p:pic>
      <p:pic>
        <p:nvPicPr>
          <p:cNvPr id="12" name="Picture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2F4B0043-4990-D94E-A3E8-BC67AF0C5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760" y="2556576"/>
            <a:ext cx="2164474" cy="350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270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5BFD802-6050-6841-98B7-9740EC948086}"/>
              </a:ext>
            </a:extLst>
          </p:cNvPr>
          <p:cNvGrpSpPr/>
          <p:nvPr/>
        </p:nvGrpSpPr>
        <p:grpSpPr>
          <a:xfrm>
            <a:off x="6978869" y="1866028"/>
            <a:ext cx="3920004" cy="2810634"/>
            <a:chOff x="1396093" y="3429206"/>
            <a:chExt cx="3920004" cy="281063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9A40961-D520-E741-8FB3-7DEF48D3FCB2}"/>
                </a:ext>
              </a:extLst>
            </p:cNvPr>
            <p:cNvSpPr/>
            <p:nvPr/>
          </p:nvSpPr>
          <p:spPr>
            <a:xfrm>
              <a:off x="1396093" y="3429206"/>
              <a:ext cx="3920004" cy="27948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latin typeface="Mali" panose="00000500000000000000" pitchFamily="2" charset="-34"/>
                  <a:cs typeface="Mali" panose="00000500000000000000" pitchFamily="2" charset="-34"/>
                </a:rPr>
                <a:t>Gretel had saved Hansel and herself! Then, the brother and              filled their pockets with the               gold. 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B349A151-A2BF-4C40-A6DE-03855394FBEE}"/>
                </a:ext>
              </a:extLst>
            </p:cNvPr>
            <p:cNvSpPr/>
            <p:nvPr/>
          </p:nvSpPr>
          <p:spPr>
            <a:xfrm>
              <a:off x="2121002" y="5804411"/>
              <a:ext cx="1230085" cy="435429"/>
            </a:xfrm>
            <a:prstGeom prst="roundRect">
              <a:avLst/>
            </a:prstGeom>
            <a:solidFill>
              <a:schemeClr val="accent1"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B4C59286-468D-4744-A438-B029973822C9}"/>
                </a:ext>
              </a:extLst>
            </p:cNvPr>
            <p:cNvSpPr/>
            <p:nvPr/>
          </p:nvSpPr>
          <p:spPr>
            <a:xfrm>
              <a:off x="4038714" y="4640457"/>
              <a:ext cx="1230085" cy="435429"/>
            </a:xfrm>
            <a:prstGeom prst="roundRect">
              <a:avLst/>
            </a:prstGeom>
            <a:solidFill>
              <a:schemeClr val="accent1"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5" name="Picture 4" descr="A picture containing toy, doll&#10;&#10;Description automatically generated">
            <a:extLst>
              <a:ext uri="{FF2B5EF4-FFF2-40B4-BE49-F238E27FC236}">
                <a16:creationId xmlns:a16="http://schemas.microsoft.com/office/drawing/2014/main" id="{04D0A117-DB29-D84D-88F7-3E803F7EE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67" y="1355917"/>
            <a:ext cx="5780412" cy="401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795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5BFD802-6050-6841-98B7-9740EC948086}"/>
              </a:ext>
            </a:extLst>
          </p:cNvPr>
          <p:cNvGrpSpPr/>
          <p:nvPr/>
        </p:nvGrpSpPr>
        <p:grpSpPr>
          <a:xfrm>
            <a:off x="1351048" y="750628"/>
            <a:ext cx="6164343" cy="2240870"/>
            <a:chOff x="1396093" y="3429206"/>
            <a:chExt cx="6164343" cy="224087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9A40961-D520-E741-8FB3-7DEF48D3FCB2}"/>
                </a:ext>
              </a:extLst>
            </p:cNvPr>
            <p:cNvSpPr/>
            <p:nvPr/>
          </p:nvSpPr>
          <p:spPr>
            <a:xfrm>
              <a:off x="1396093" y="3429206"/>
              <a:ext cx="6164343" cy="22408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Bef>
                  <a:spcPts val="1200"/>
                </a:spcBef>
              </a:pPr>
              <a:r>
                <a:rPr lang="en-US" sz="2400" dirty="0">
                  <a:latin typeface="Mali" panose="00000500000000000000" pitchFamily="2" charset="-34"/>
                  <a:cs typeface="Mali" panose="00000500000000000000" pitchFamily="2" charset="-34"/>
                </a:rPr>
                <a:t>Hansel and Gretel returned home. They gave the gold to their              to buy food, and they were never hungry again.  </a:t>
              </a:r>
              <a:endParaRPr lang="en-GB" sz="2400" dirty="0">
                <a:latin typeface="Mali" panose="00000500000000000000" pitchFamily="2" charset="-34"/>
                <a:cs typeface="Mali" panose="00000500000000000000" pitchFamily="2" charset="-34"/>
              </a:endParaRP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F4D69A4-D438-DD4A-B12B-B50E448D5FA9}"/>
                </a:ext>
              </a:extLst>
            </p:cNvPr>
            <p:cNvSpPr/>
            <p:nvPr/>
          </p:nvSpPr>
          <p:spPr>
            <a:xfrm>
              <a:off x="5599477" y="4114212"/>
              <a:ext cx="1230085" cy="435429"/>
            </a:xfrm>
            <a:prstGeom prst="roundRect">
              <a:avLst/>
            </a:prstGeom>
            <a:solidFill>
              <a:schemeClr val="accent1"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GB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1DF02D8-47D6-DA4A-BF4A-BFC7B50F03CC}"/>
              </a:ext>
            </a:extLst>
          </p:cNvPr>
          <p:cNvGrpSpPr/>
          <p:nvPr/>
        </p:nvGrpSpPr>
        <p:grpSpPr>
          <a:xfrm>
            <a:off x="2205218" y="750628"/>
            <a:ext cx="8539857" cy="5669092"/>
            <a:chOff x="171465" y="756772"/>
            <a:chExt cx="8539857" cy="5669092"/>
          </a:xfrm>
        </p:grpSpPr>
        <p:pic>
          <p:nvPicPr>
            <p:cNvPr id="10" name="Picture 9" descr="A close up of a toy&#10;&#10;Description automatically generated">
              <a:extLst>
                <a:ext uri="{FF2B5EF4-FFF2-40B4-BE49-F238E27FC236}">
                  <a16:creationId xmlns:a16="http://schemas.microsoft.com/office/drawing/2014/main" id="{85A23A90-FCED-7046-AB9D-B66CF3B68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1687" y="2625877"/>
              <a:ext cx="3955088" cy="3799987"/>
            </a:xfrm>
            <a:prstGeom prst="rect">
              <a:avLst/>
            </a:prstGeom>
          </p:spPr>
        </p:pic>
        <p:pic>
          <p:nvPicPr>
            <p:cNvPr id="12" name="Picture 11" descr="A picture containing toy, doll, man, holding&#10;&#10;Description automatically generated">
              <a:extLst>
                <a:ext uri="{FF2B5EF4-FFF2-40B4-BE49-F238E27FC236}">
                  <a16:creationId xmlns:a16="http://schemas.microsoft.com/office/drawing/2014/main" id="{2793D15A-1442-8B45-B7B2-7F9D14DA19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1638" y="756772"/>
              <a:ext cx="3229684" cy="5315138"/>
            </a:xfrm>
            <a:prstGeom prst="rect">
              <a:avLst/>
            </a:prstGeom>
          </p:spPr>
        </p:pic>
        <p:pic>
          <p:nvPicPr>
            <p:cNvPr id="5" name="Picture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8AC9ACD4-8AEB-4747-9218-241A37B7E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1465" y="4861124"/>
              <a:ext cx="743332" cy="11893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2176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</TotalTime>
  <Words>201</Words>
  <Application>Microsoft Macintosh PowerPoint</Application>
  <PresentationFormat>Widescreen</PresentationFormat>
  <Paragraphs>12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Londrina Solid</vt:lpstr>
      <vt:lpstr>Mali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Yvonne Qiu</dc:creator>
  <cp:lastModifiedBy>Jiang Yi</cp:lastModifiedBy>
  <cp:revision>7</cp:revision>
  <dcterms:created xsi:type="dcterms:W3CDTF">2020-06-04T08:32:40Z</dcterms:created>
  <dcterms:modified xsi:type="dcterms:W3CDTF">2026-05-13T14:53:11Z</dcterms:modified>
</cp:coreProperties>
</file>